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58" r:id="rId13"/>
    <p:sldId id="261" r:id="rId14"/>
    <p:sldId id="259" r:id="rId15"/>
    <p:sldId id="260" r:id="rId16"/>
    <p:sldId id="262" r:id="rId17"/>
    <p:sldId id="263" r:id="rId18"/>
    <p:sldId id="264" r:id="rId19"/>
    <p:sldId id="26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73" d="100"/>
          <a:sy n="73" d="100"/>
        </p:scale>
        <p:origin x="68" y="2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1CCA3F-139D-4A6F-973F-4D940CFE47B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E7090B9-6C7D-4ED2-A26C-E8E483F9BA6E}">
      <dgm:prSet/>
      <dgm:spPr/>
      <dgm:t>
        <a:bodyPr/>
        <a:lstStyle/>
        <a:p>
          <a:r>
            <a:rPr lang="en-US" b="0" i="0" baseline="0"/>
            <a:t>Get-Service</a:t>
          </a:r>
          <a:endParaRPr lang="en-US"/>
        </a:p>
      </dgm:t>
    </dgm:pt>
    <dgm:pt modelId="{797D3E8B-D53B-4F55-9102-C3DA64D68BD4}" type="parTrans" cxnId="{A5BF37E5-EDFC-45B4-BBAC-2B4D2AE153FB}">
      <dgm:prSet/>
      <dgm:spPr/>
      <dgm:t>
        <a:bodyPr/>
        <a:lstStyle/>
        <a:p>
          <a:endParaRPr lang="en-US"/>
        </a:p>
      </dgm:t>
    </dgm:pt>
    <dgm:pt modelId="{AB3A487C-9BD9-4822-A0F1-92919D8A8EF7}" type="sibTrans" cxnId="{A5BF37E5-EDFC-45B4-BBAC-2B4D2AE153FB}">
      <dgm:prSet/>
      <dgm:spPr/>
      <dgm:t>
        <a:bodyPr/>
        <a:lstStyle/>
        <a:p>
          <a:endParaRPr lang="en-US"/>
        </a:p>
      </dgm:t>
    </dgm:pt>
    <dgm:pt modelId="{730D6016-8339-4675-B6A1-879A9CDCC76A}">
      <dgm:prSet/>
      <dgm:spPr/>
      <dgm:t>
        <a:bodyPr/>
        <a:lstStyle/>
        <a:p>
          <a:r>
            <a:rPr lang="en-US" b="0" i="0" baseline="0"/>
            <a:t>Get-EventLog</a:t>
          </a:r>
          <a:endParaRPr lang="en-US"/>
        </a:p>
      </dgm:t>
    </dgm:pt>
    <dgm:pt modelId="{033B8305-DF23-4998-9743-0151B643E89B}" type="parTrans" cxnId="{58E28AD4-C86E-4E31-B857-F82ACFB635C5}">
      <dgm:prSet/>
      <dgm:spPr/>
      <dgm:t>
        <a:bodyPr/>
        <a:lstStyle/>
        <a:p>
          <a:endParaRPr lang="en-US"/>
        </a:p>
      </dgm:t>
    </dgm:pt>
    <dgm:pt modelId="{EB3C5E3E-894F-43F3-B21D-7BE95841F9EF}" type="sibTrans" cxnId="{58E28AD4-C86E-4E31-B857-F82ACFB635C5}">
      <dgm:prSet/>
      <dgm:spPr/>
      <dgm:t>
        <a:bodyPr/>
        <a:lstStyle/>
        <a:p>
          <a:endParaRPr lang="en-US"/>
        </a:p>
      </dgm:t>
    </dgm:pt>
    <dgm:pt modelId="{0371ECD7-2A6F-40A8-8A6B-86C338E0E329}">
      <dgm:prSet/>
      <dgm:spPr/>
      <dgm:t>
        <a:bodyPr/>
        <a:lstStyle/>
        <a:p>
          <a:r>
            <a:rPr lang="en-US" b="0" i="0" baseline="0"/>
            <a:t>Get-ChildItem</a:t>
          </a:r>
          <a:endParaRPr lang="en-US"/>
        </a:p>
      </dgm:t>
    </dgm:pt>
    <dgm:pt modelId="{EECBA39E-ECD4-4042-AD46-96BC682EDBDC}" type="parTrans" cxnId="{DA83CA05-C53A-4F4B-AD8B-DC42D19B6C24}">
      <dgm:prSet/>
      <dgm:spPr/>
      <dgm:t>
        <a:bodyPr/>
        <a:lstStyle/>
        <a:p>
          <a:endParaRPr lang="en-US"/>
        </a:p>
      </dgm:t>
    </dgm:pt>
    <dgm:pt modelId="{B0467485-07EB-42E6-8658-7F1ED65624DA}" type="sibTrans" cxnId="{DA83CA05-C53A-4F4B-AD8B-DC42D19B6C24}">
      <dgm:prSet/>
      <dgm:spPr/>
      <dgm:t>
        <a:bodyPr/>
        <a:lstStyle/>
        <a:p>
          <a:endParaRPr lang="en-US"/>
        </a:p>
      </dgm:t>
    </dgm:pt>
    <dgm:pt modelId="{65CE7B0E-707B-470C-9EDF-A6A9DCA4C6B4}">
      <dgm:prSet/>
      <dgm:spPr/>
      <dgm:t>
        <a:bodyPr/>
        <a:lstStyle/>
        <a:p>
          <a:r>
            <a:rPr lang="en-US" b="0" i="0" baseline="0"/>
            <a:t>Get-ComputerInfo</a:t>
          </a:r>
          <a:endParaRPr lang="en-US"/>
        </a:p>
      </dgm:t>
    </dgm:pt>
    <dgm:pt modelId="{C57AC985-5E54-4D68-8645-A2AE118AAD0D}" type="parTrans" cxnId="{7FB73960-5BFA-4B79-B122-63C3CEEB52C8}">
      <dgm:prSet/>
      <dgm:spPr/>
      <dgm:t>
        <a:bodyPr/>
        <a:lstStyle/>
        <a:p>
          <a:endParaRPr lang="en-US"/>
        </a:p>
      </dgm:t>
    </dgm:pt>
    <dgm:pt modelId="{00795F5B-E140-4FE8-A7FE-F411DB58CC46}" type="sibTrans" cxnId="{7FB73960-5BFA-4B79-B122-63C3CEEB52C8}">
      <dgm:prSet/>
      <dgm:spPr/>
      <dgm:t>
        <a:bodyPr/>
        <a:lstStyle/>
        <a:p>
          <a:endParaRPr lang="en-US"/>
        </a:p>
      </dgm:t>
    </dgm:pt>
    <dgm:pt modelId="{86774FD2-161A-45CC-8F8E-0B35BDD309B7}">
      <dgm:prSet/>
      <dgm:spPr/>
      <dgm:t>
        <a:bodyPr/>
        <a:lstStyle/>
        <a:p>
          <a:r>
            <a:rPr lang="en-US" b="0" i="0" baseline="0"/>
            <a:t>Get-Date</a:t>
          </a:r>
          <a:endParaRPr lang="en-US"/>
        </a:p>
      </dgm:t>
    </dgm:pt>
    <dgm:pt modelId="{29285487-5A95-4434-8BF4-DABF138B3C5F}" type="parTrans" cxnId="{10C51127-445D-45F8-BADF-4587CF3D65BD}">
      <dgm:prSet/>
      <dgm:spPr/>
      <dgm:t>
        <a:bodyPr/>
        <a:lstStyle/>
        <a:p>
          <a:endParaRPr lang="en-US"/>
        </a:p>
      </dgm:t>
    </dgm:pt>
    <dgm:pt modelId="{22C8B704-BAE7-4A11-A66C-A8ABBA22E26B}" type="sibTrans" cxnId="{10C51127-445D-45F8-BADF-4587CF3D65BD}">
      <dgm:prSet/>
      <dgm:spPr/>
      <dgm:t>
        <a:bodyPr/>
        <a:lstStyle/>
        <a:p>
          <a:endParaRPr lang="en-US"/>
        </a:p>
      </dgm:t>
    </dgm:pt>
    <dgm:pt modelId="{534EDC29-3647-4992-94A1-FD1799FC4142}">
      <dgm:prSet/>
      <dgm:spPr/>
      <dgm:t>
        <a:bodyPr/>
        <a:lstStyle/>
        <a:p>
          <a:r>
            <a:rPr lang="en-US" b="0" i="0" baseline="0"/>
            <a:t>Get-LocalUser</a:t>
          </a:r>
          <a:endParaRPr lang="en-US"/>
        </a:p>
      </dgm:t>
    </dgm:pt>
    <dgm:pt modelId="{F8CF48F8-B609-4FA3-9088-E4EA09C35266}" type="parTrans" cxnId="{133E6D17-D6AA-4C78-8FCB-E09DE00492CE}">
      <dgm:prSet/>
      <dgm:spPr/>
      <dgm:t>
        <a:bodyPr/>
        <a:lstStyle/>
        <a:p>
          <a:endParaRPr lang="en-US"/>
        </a:p>
      </dgm:t>
    </dgm:pt>
    <dgm:pt modelId="{EE3D9EC9-BBF9-4CCC-8E3A-83281B9AD3B6}" type="sibTrans" cxnId="{133E6D17-D6AA-4C78-8FCB-E09DE00492CE}">
      <dgm:prSet/>
      <dgm:spPr/>
      <dgm:t>
        <a:bodyPr/>
        <a:lstStyle/>
        <a:p>
          <a:endParaRPr lang="en-US"/>
        </a:p>
      </dgm:t>
    </dgm:pt>
    <dgm:pt modelId="{52DB01D7-91C3-4524-8E93-EFD2261F3F1B}">
      <dgm:prSet/>
      <dgm:spPr/>
      <dgm:t>
        <a:bodyPr/>
        <a:lstStyle/>
        <a:p>
          <a:r>
            <a:rPr lang="en-US" b="0" i="0" baseline="0"/>
            <a:t>Get-NetIPConfiguration</a:t>
          </a:r>
          <a:endParaRPr lang="en-US"/>
        </a:p>
      </dgm:t>
    </dgm:pt>
    <dgm:pt modelId="{6F9DCE6E-F84B-488C-8140-1048470E90EF}" type="parTrans" cxnId="{F6C008AC-6B55-46D3-9CEE-53B6FB0E85EC}">
      <dgm:prSet/>
      <dgm:spPr/>
      <dgm:t>
        <a:bodyPr/>
        <a:lstStyle/>
        <a:p>
          <a:endParaRPr lang="en-US"/>
        </a:p>
      </dgm:t>
    </dgm:pt>
    <dgm:pt modelId="{E31C7D88-8F71-4ECD-904A-70987BF3A747}" type="sibTrans" cxnId="{F6C008AC-6B55-46D3-9CEE-53B6FB0E85EC}">
      <dgm:prSet/>
      <dgm:spPr/>
      <dgm:t>
        <a:bodyPr/>
        <a:lstStyle/>
        <a:p>
          <a:endParaRPr lang="en-US"/>
        </a:p>
      </dgm:t>
    </dgm:pt>
    <dgm:pt modelId="{58AED36F-DAA7-4233-A787-7A850B6773C3}">
      <dgm:prSet/>
      <dgm:spPr/>
      <dgm:t>
        <a:bodyPr/>
        <a:lstStyle/>
        <a:p>
          <a:r>
            <a:rPr lang="en-US" b="0" i="0" baseline="0"/>
            <a:t>Get-Command</a:t>
          </a:r>
          <a:endParaRPr lang="en-US"/>
        </a:p>
      </dgm:t>
    </dgm:pt>
    <dgm:pt modelId="{010C0D5B-F82F-4BE0-8B7C-655546976537}" type="parTrans" cxnId="{C20FCBD0-A668-4807-859A-57809C04770C}">
      <dgm:prSet/>
      <dgm:spPr/>
      <dgm:t>
        <a:bodyPr/>
        <a:lstStyle/>
        <a:p>
          <a:endParaRPr lang="en-US"/>
        </a:p>
      </dgm:t>
    </dgm:pt>
    <dgm:pt modelId="{425A21FD-28FD-4D53-B1C4-49D990F61B37}" type="sibTrans" cxnId="{C20FCBD0-A668-4807-859A-57809C04770C}">
      <dgm:prSet/>
      <dgm:spPr/>
      <dgm:t>
        <a:bodyPr/>
        <a:lstStyle/>
        <a:p>
          <a:endParaRPr lang="en-US"/>
        </a:p>
      </dgm:t>
    </dgm:pt>
    <dgm:pt modelId="{8907D072-6EDB-43D7-BE69-19598050E073}">
      <dgm:prSet/>
      <dgm:spPr/>
      <dgm:t>
        <a:bodyPr/>
        <a:lstStyle/>
        <a:p>
          <a:r>
            <a:rPr lang="en-US" b="0" i="0" baseline="0"/>
            <a:t>Get-Module</a:t>
          </a:r>
          <a:endParaRPr lang="en-US"/>
        </a:p>
      </dgm:t>
    </dgm:pt>
    <dgm:pt modelId="{C9118A13-501E-47CE-B812-28DC8F86A9DD}" type="parTrans" cxnId="{514929BC-377D-4FCA-872E-262C74A73E64}">
      <dgm:prSet/>
      <dgm:spPr/>
      <dgm:t>
        <a:bodyPr/>
        <a:lstStyle/>
        <a:p>
          <a:endParaRPr lang="en-US"/>
        </a:p>
      </dgm:t>
    </dgm:pt>
    <dgm:pt modelId="{15DA0EF7-7A0E-4F08-B921-019F3D059E37}" type="sibTrans" cxnId="{514929BC-377D-4FCA-872E-262C74A73E64}">
      <dgm:prSet/>
      <dgm:spPr/>
      <dgm:t>
        <a:bodyPr/>
        <a:lstStyle/>
        <a:p>
          <a:endParaRPr lang="en-US"/>
        </a:p>
      </dgm:t>
    </dgm:pt>
    <dgm:pt modelId="{EE8F0517-652D-414A-890F-3AB0BE344FC7}">
      <dgm:prSet/>
      <dgm:spPr/>
      <dgm:t>
        <a:bodyPr/>
        <a:lstStyle/>
        <a:p>
          <a:r>
            <a:rPr lang="en-US" b="0" i="0" baseline="0"/>
            <a:t>Get-HotFix</a:t>
          </a:r>
          <a:endParaRPr lang="en-US"/>
        </a:p>
      </dgm:t>
    </dgm:pt>
    <dgm:pt modelId="{1049D637-C64E-400D-9979-6ADEFF3B5609}" type="parTrans" cxnId="{BA395513-A26A-491F-A795-26E9AA65FE6F}">
      <dgm:prSet/>
      <dgm:spPr/>
      <dgm:t>
        <a:bodyPr/>
        <a:lstStyle/>
        <a:p>
          <a:endParaRPr lang="en-US"/>
        </a:p>
      </dgm:t>
    </dgm:pt>
    <dgm:pt modelId="{93D537CE-3803-4338-847C-9CFBCBADD352}" type="sibTrans" cxnId="{BA395513-A26A-491F-A795-26E9AA65FE6F}">
      <dgm:prSet/>
      <dgm:spPr/>
      <dgm:t>
        <a:bodyPr/>
        <a:lstStyle/>
        <a:p>
          <a:endParaRPr lang="en-US"/>
        </a:p>
      </dgm:t>
    </dgm:pt>
    <dgm:pt modelId="{2FE5024B-20DB-47DB-9E21-2EAB3BA0371C}" type="pres">
      <dgm:prSet presAssocID="{751CCA3F-139D-4A6F-973F-4D940CFE47B9}" presName="vert0" presStyleCnt="0">
        <dgm:presLayoutVars>
          <dgm:dir/>
          <dgm:animOne val="branch"/>
          <dgm:animLvl val="lvl"/>
        </dgm:presLayoutVars>
      </dgm:prSet>
      <dgm:spPr/>
    </dgm:pt>
    <dgm:pt modelId="{6655C286-8C69-4972-BE15-9741262C50A6}" type="pres">
      <dgm:prSet presAssocID="{CE7090B9-6C7D-4ED2-A26C-E8E483F9BA6E}" presName="thickLine" presStyleLbl="alignNode1" presStyleIdx="0" presStyleCnt="10"/>
      <dgm:spPr/>
    </dgm:pt>
    <dgm:pt modelId="{0D4349DD-2C26-4F65-8C46-B3EE741DAF9A}" type="pres">
      <dgm:prSet presAssocID="{CE7090B9-6C7D-4ED2-A26C-E8E483F9BA6E}" presName="horz1" presStyleCnt="0"/>
      <dgm:spPr/>
    </dgm:pt>
    <dgm:pt modelId="{666101E7-00D3-4DE1-A81F-2CD3644A8BBF}" type="pres">
      <dgm:prSet presAssocID="{CE7090B9-6C7D-4ED2-A26C-E8E483F9BA6E}" presName="tx1" presStyleLbl="revTx" presStyleIdx="0" presStyleCnt="10"/>
      <dgm:spPr/>
    </dgm:pt>
    <dgm:pt modelId="{42AB4EFB-E39E-4D34-850B-892E18FE9FE7}" type="pres">
      <dgm:prSet presAssocID="{CE7090B9-6C7D-4ED2-A26C-E8E483F9BA6E}" presName="vert1" presStyleCnt="0"/>
      <dgm:spPr/>
    </dgm:pt>
    <dgm:pt modelId="{DE71101A-E6E1-4140-B5D5-E6455BADFC3C}" type="pres">
      <dgm:prSet presAssocID="{730D6016-8339-4675-B6A1-879A9CDCC76A}" presName="thickLine" presStyleLbl="alignNode1" presStyleIdx="1" presStyleCnt="10"/>
      <dgm:spPr/>
    </dgm:pt>
    <dgm:pt modelId="{732B00CB-763B-4C31-ABD6-0AB2A51C0C92}" type="pres">
      <dgm:prSet presAssocID="{730D6016-8339-4675-B6A1-879A9CDCC76A}" presName="horz1" presStyleCnt="0"/>
      <dgm:spPr/>
    </dgm:pt>
    <dgm:pt modelId="{07AB4FC2-2C45-4116-A9EF-536E9D6F7124}" type="pres">
      <dgm:prSet presAssocID="{730D6016-8339-4675-B6A1-879A9CDCC76A}" presName="tx1" presStyleLbl="revTx" presStyleIdx="1" presStyleCnt="10"/>
      <dgm:spPr/>
    </dgm:pt>
    <dgm:pt modelId="{6D454E78-3C64-43CE-8897-7E3BA1229459}" type="pres">
      <dgm:prSet presAssocID="{730D6016-8339-4675-B6A1-879A9CDCC76A}" presName="vert1" presStyleCnt="0"/>
      <dgm:spPr/>
    </dgm:pt>
    <dgm:pt modelId="{2E9733A3-FB8C-4750-8593-234583355DDE}" type="pres">
      <dgm:prSet presAssocID="{0371ECD7-2A6F-40A8-8A6B-86C338E0E329}" presName="thickLine" presStyleLbl="alignNode1" presStyleIdx="2" presStyleCnt="10"/>
      <dgm:spPr/>
    </dgm:pt>
    <dgm:pt modelId="{EE14C0A5-A729-45D4-8499-DF8224427B25}" type="pres">
      <dgm:prSet presAssocID="{0371ECD7-2A6F-40A8-8A6B-86C338E0E329}" presName="horz1" presStyleCnt="0"/>
      <dgm:spPr/>
    </dgm:pt>
    <dgm:pt modelId="{1E03C7CF-324C-4A39-8A78-112E73D7CCEA}" type="pres">
      <dgm:prSet presAssocID="{0371ECD7-2A6F-40A8-8A6B-86C338E0E329}" presName="tx1" presStyleLbl="revTx" presStyleIdx="2" presStyleCnt="10"/>
      <dgm:spPr/>
    </dgm:pt>
    <dgm:pt modelId="{AD4A3632-A191-4708-9408-2EBFD5833928}" type="pres">
      <dgm:prSet presAssocID="{0371ECD7-2A6F-40A8-8A6B-86C338E0E329}" presName="vert1" presStyleCnt="0"/>
      <dgm:spPr/>
    </dgm:pt>
    <dgm:pt modelId="{3FCA3873-515B-421D-A200-8CB64D06EA4C}" type="pres">
      <dgm:prSet presAssocID="{65CE7B0E-707B-470C-9EDF-A6A9DCA4C6B4}" presName="thickLine" presStyleLbl="alignNode1" presStyleIdx="3" presStyleCnt="10"/>
      <dgm:spPr/>
    </dgm:pt>
    <dgm:pt modelId="{63A1153C-77D5-4A8E-8F08-A6C2F73BC1FA}" type="pres">
      <dgm:prSet presAssocID="{65CE7B0E-707B-470C-9EDF-A6A9DCA4C6B4}" presName="horz1" presStyleCnt="0"/>
      <dgm:spPr/>
    </dgm:pt>
    <dgm:pt modelId="{3A1E9C22-9D77-4FFE-B8D6-DEA1AA3FD0FC}" type="pres">
      <dgm:prSet presAssocID="{65CE7B0E-707B-470C-9EDF-A6A9DCA4C6B4}" presName="tx1" presStyleLbl="revTx" presStyleIdx="3" presStyleCnt="10"/>
      <dgm:spPr/>
    </dgm:pt>
    <dgm:pt modelId="{F6163E0C-5430-4B38-A4EE-F03A7F10BDC0}" type="pres">
      <dgm:prSet presAssocID="{65CE7B0E-707B-470C-9EDF-A6A9DCA4C6B4}" presName="vert1" presStyleCnt="0"/>
      <dgm:spPr/>
    </dgm:pt>
    <dgm:pt modelId="{9DCCE4B6-026A-4C64-B02E-47BE56B60A4F}" type="pres">
      <dgm:prSet presAssocID="{86774FD2-161A-45CC-8F8E-0B35BDD309B7}" presName="thickLine" presStyleLbl="alignNode1" presStyleIdx="4" presStyleCnt="10"/>
      <dgm:spPr/>
    </dgm:pt>
    <dgm:pt modelId="{507372E5-6C0C-4452-A1AF-968E9CD98949}" type="pres">
      <dgm:prSet presAssocID="{86774FD2-161A-45CC-8F8E-0B35BDD309B7}" presName="horz1" presStyleCnt="0"/>
      <dgm:spPr/>
    </dgm:pt>
    <dgm:pt modelId="{AE0C88D5-4EF9-4EDC-9127-43DB5AD6508D}" type="pres">
      <dgm:prSet presAssocID="{86774FD2-161A-45CC-8F8E-0B35BDD309B7}" presName="tx1" presStyleLbl="revTx" presStyleIdx="4" presStyleCnt="10"/>
      <dgm:spPr/>
    </dgm:pt>
    <dgm:pt modelId="{40D1531E-1DC4-4113-936E-CA5BE9145D85}" type="pres">
      <dgm:prSet presAssocID="{86774FD2-161A-45CC-8F8E-0B35BDD309B7}" presName="vert1" presStyleCnt="0"/>
      <dgm:spPr/>
    </dgm:pt>
    <dgm:pt modelId="{CF68C924-F971-4CC3-BACC-6BE6160FD977}" type="pres">
      <dgm:prSet presAssocID="{534EDC29-3647-4992-94A1-FD1799FC4142}" presName="thickLine" presStyleLbl="alignNode1" presStyleIdx="5" presStyleCnt="10"/>
      <dgm:spPr/>
    </dgm:pt>
    <dgm:pt modelId="{520EDB8B-B7E3-49A0-8EFE-92C818107DDD}" type="pres">
      <dgm:prSet presAssocID="{534EDC29-3647-4992-94A1-FD1799FC4142}" presName="horz1" presStyleCnt="0"/>
      <dgm:spPr/>
    </dgm:pt>
    <dgm:pt modelId="{12A8A9AF-325A-4503-AA93-BCD774CFE6F0}" type="pres">
      <dgm:prSet presAssocID="{534EDC29-3647-4992-94A1-FD1799FC4142}" presName="tx1" presStyleLbl="revTx" presStyleIdx="5" presStyleCnt="10"/>
      <dgm:spPr/>
    </dgm:pt>
    <dgm:pt modelId="{FA20488E-411E-42EF-B9C7-0DC71391D923}" type="pres">
      <dgm:prSet presAssocID="{534EDC29-3647-4992-94A1-FD1799FC4142}" presName="vert1" presStyleCnt="0"/>
      <dgm:spPr/>
    </dgm:pt>
    <dgm:pt modelId="{46FDDD21-370C-4228-88BE-3F77FE104B8A}" type="pres">
      <dgm:prSet presAssocID="{52DB01D7-91C3-4524-8E93-EFD2261F3F1B}" presName="thickLine" presStyleLbl="alignNode1" presStyleIdx="6" presStyleCnt="10"/>
      <dgm:spPr/>
    </dgm:pt>
    <dgm:pt modelId="{09BBE81C-CDA0-4B6A-BC0B-FB1A7D79B977}" type="pres">
      <dgm:prSet presAssocID="{52DB01D7-91C3-4524-8E93-EFD2261F3F1B}" presName="horz1" presStyleCnt="0"/>
      <dgm:spPr/>
    </dgm:pt>
    <dgm:pt modelId="{4E5AF66C-2D85-4061-AA5F-D19F88B72327}" type="pres">
      <dgm:prSet presAssocID="{52DB01D7-91C3-4524-8E93-EFD2261F3F1B}" presName="tx1" presStyleLbl="revTx" presStyleIdx="6" presStyleCnt="10"/>
      <dgm:spPr/>
    </dgm:pt>
    <dgm:pt modelId="{9B76A200-594B-4A70-BB97-1EE9737DC290}" type="pres">
      <dgm:prSet presAssocID="{52DB01D7-91C3-4524-8E93-EFD2261F3F1B}" presName="vert1" presStyleCnt="0"/>
      <dgm:spPr/>
    </dgm:pt>
    <dgm:pt modelId="{1CC87FB5-42F0-473E-B7E7-49CBB8A31F33}" type="pres">
      <dgm:prSet presAssocID="{58AED36F-DAA7-4233-A787-7A850B6773C3}" presName="thickLine" presStyleLbl="alignNode1" presStyleIdx="7" presStyleCnt="10"/>
      <dgm:spPr/>
    </dgm:pt>
    <dgm:pt modelId="{12ADCE26-A93C-4BBC-9CC2-C78392C25D0E}" type="pres">
      <dgm:prSet presAssocID="{58AED36F-DAA7-4233-A787-7A850B6773C3}" presName="horz1" presStyleCnt="0"/>
      <dgm:spPr/>
    </dgm:pt>
    <dgm:pt modelId="{D4769EC1-4ED2-4773-B71A-96FF1C630631}" type="pres">
      <dgm:prSet presAssocID="{58AED36F-DAA7-4233-A787-7A850B6773C3}" presName="tx1" presStyleLbl="revTx" presStyleIdx="7" presStyleCnt="10"/>
      <dgm:spPr/>
    </dgm:pt>
    <dgm:pt modelId="{BF7A5AB8-7F32-4E8F-A125-699B3215F043}" type="pres">
      <dgm:prSet presAssocID="{58AED36F-DAA7-4233-A787-7A850B6773C3}" presName="vert1" presStyleCnt="0"/>
      <dgm:spPr/>
    </dgm:pt>
    <dgm:pt modelId="{B6A0A8E7-399A-4BBB-BAB7-A854DE742412}" type="pres">
      <dgm:prSet presAssocID="{8907D072-6EDB-43D7-BE69-19598050E073}" presName="thickLine" presStyleLbl="alignNode1" presStyleIdx="8" presStyleCnt="10"/>
      <dgm:spPr/>
    </dgm:pt>
    <dgm:pt modelId="{7E6594A8-2AB3-43AC-B5C0-FFEF121F7224}" type="pres">
      <dgm:prSet presAssocID="{8907D072-6EDB-43D7-BE69-19598050E073}" presName="horz1" presStyleCnt="0"/>
      <dgm:spPr/>
    </dgm:pt>
    <dgm:pt modelId="{BFDB4A9F-E739-462E-805E-8FB09383D76B}" type="pres">
      <dgm:prSet presAssocID="{8907D072-6EDB-43D7-BE69-19598050E073}" presName="tx1" presStyleLbl="revTx" presStyleIdx="8" presStyleCnt="10"/>
      <dgm:spPr/>
    </dgm:pt>
    <dgm:pt modelId="{112FFC9E-505A-4454-AAFA-AD02DE807988}" type="pres">
      <dgm:prSet presAssocID="{8907D072-6EDB-43D7-BE69-19598050E073}" presName="vert1" presStyleCnt="0"/>
      <dgm:spPr/>
    </dgm:pt>
    <dgm:pt modelId="{722D462A-919B-4F4D-8CE8-8892145D9456}" type="pres">
      <dgm:prSet presAssocID="{EE8F0517-652D-414A-890F-3AB0BE344FC7}" presName="thickLine" presStyleLbl="alignNode1" presStyleIdx="9" presStyleCnt="10"/>
      <dgm:spPr/>
    </dgm:pt>
    <dgm:pt modelId="{3F676313-E106-4BE3-A042-AD191A348CDD}" type="pres">
      <dgm:prSet presAssocID="{EE8F0517-652D-414A-890F-3AB0BE344FC7}" presName="horz1" presStyleCnt="0"/>
      <dgm:spPr/>
    </dgm:pt>
    <dgm:pt modelId="{C1ADB6C4-D4BD-4977-9F69-4BDFC812715E}" type="pres">
      <dgm:prSet presAssocID="{EE8F0517-652D-414A-890F-3AB0BE344FC7}" presName="tx1" presStyleLbl="revTx" presStyleIdx="9" presStyleCnt="10"/>
      <dgm:spPr/>
    </dgm:pt>
    <dgm:pt modelId="{E5D90A5A-6139-48D4-92F3-052933773A20}" type="pres">
      <dgm:prSet presAssocID="{EE8F0517-652D-414A-890F-3AB0BE344FC7}" presName="vert1" presStyleCnt="0"/>
      <dgm:spPr/>
    </dgm:pt>
  </dgm:ptLst>
  <dgm:cxnLst>
    <dgm:cxn modelId="{21DCAB00-4B4A-464B-A859-3699D7C8D469}" type="presOf" srcId="{EE8F0517-652D-414A-890F-3AB0BE344FC7}" destId="{C1ADB6C4-D4BD-4977-9F69-4BDFC812715E}" srcOrd="0" destOrd="0" presId="urn:microsoft.com/office/officeart/2008/layout/LinedList"/>
    <dgm:cxn modelId="{ECF9D401-EE23-4903-AA33-F6087F1DDD07}" type="presOf" srcId="{65CE7B0E-707B-470C-9EDF-A6A9DCA4C6B4}" destId="{3A1E9C22-9D77-4FFE-B8D6-DEA1AA3FD0FC}" srcOrd="0" destOrd="0" presId="urn:microsoft.com/office/officeart/2008/layout/LinedList"/>
    <dgm:cxn modelId="{DA83CA05-C53A-4F4B-AD8B-DC42D19B6C24}" srcId="{751CCA3F-139D-4A6F-973F-4D940CFE47B9}" destId="{0371ECD7-2A6F-40A8-8A6B-86C338E0E329}" srcOrd="2" destOrd="0" parTransId="{EECBA39E-ECD4-4042-AD46-96BC682EDBDC}" sibTransId="{B0467485-07EB-42E6-8658-7F1ED65624DA}"/>
    <dgm:cxn modelId="{5CA9B707-B4D0-40FB-B7D9-C03B2697228F}" type="presOf" srcId="{52DB01D7-91C3-4524-8E93-EFD2261F3F1B}" destId="{4E5AF66C-2D85-4061-AA5F-D19F88B72327}" srcOrd="0" destOrd="0" presId="urn:microsoft.com/office/officeart/2008/layout/LinedList"/>
    <dgm:cxn modelId="{23032D0E-430B-463A-9195-FACE970D6F9A}" type="presOf" srcId="{751CCA3F-139D-4A6F-973F-4D940CFE47B9}" destId="{2FE5024B-20DB-47DB-9E21-2EAB3BA0371C}" srcOrd="0" destOrd="0" presId="urn:microsoft.com/office/officeart/2008/layout/LinedList"/>
    <dgm:cxn modelId="{BA395513-A26A-491F-A795-26E9AA65FE6F}" srcId="{751CCA3F-139D-4A6F-973F-4D940CFE47B9}" destId="{EE8F0517-652D-414A-890F-3AB0BE344FC7}" srcOrd="9" destOrd="0" parTransId="{1049D637-C64E-400D-9979-6ADEFF3B5609}" sibTransId="{93D537CE-3803-4338-847C-9CFBCBADD352}"/>
    <dgm:cxn modelId="{133E6D17-D6AA-4C78-8FCB-E09DE00492CE}" srcId="{751CCA3F-139D-4A6F-973F-4D940CFE47B9}" destId="{534EDC29-3647-4992-94A1-FD1799FC4142}" srcOrd="5" destOrd="0" parTransId="{F8CF48F8-B609-4FA3-9088-E4EA09C35266}" sibTransId="{EE3D9EC9-BBF9-4CCC-8E3A-83281B9AD3B6}"/>
    <dgm:cxn modelId="{10C51127-445D-45F8-BADF-4587CF3D65BD}" srcId="{751CCA3F-139D-4A6F-973F-4D940CFE47B9}" destId="{86774FD2-161A-45CC-8F8E-0B35BDD309B7}" srcOrd="4" destOrd="0" parTransId="{29285487-5A95-4434-8BF4-DABF138B3C5F}" sibTransId="{22C8B704-BAE7-4A11-A66C-A8ABBA22E26B}"/>
    <dgm:cxn modelId="{BF7A5827-2EBA-4662-80F1-22A738704581}" type="presOf" srcId="{86774FD2-161A-45CC-8F8E-0B35BDD309B7}" destId="{AE0C88D5-4EF9-4EDC-9127-43DB5AD6508D}" srcOrd="0" destOrd="0" presId="urn:microsoft.com/office/officeart/2008/layout/LinedList"/>
    <dgm:cxn modelId="{7FB73960-5BFA-4B79-B122-63C3CEEB52C8}" srcId="{751CCA3F-139D-4A6F-973F-4D940CFE47B9}" destId="{65CE7B0E-707B-470C-9EDF-A6A9DCA4C6B4}" srcOrd="3" destOrd="0" parTransId="{C57AC985-5E54-4D68-8645-A2AE118AAD0D}" sibTransId="{00795F5B-E140-4FE8-A7FE-F411DB58CC46}"/>
    <dgm:cxn modelId="{E2DDD268-1675-44EB-9D71-0AF1BEFDD65D}" type="presOf" srcId="{0371ECD7-2A6F-40A8-8A6B-86C338E0E329}" destId="{1E03C7CF-324C-4A39-8A78-112E73D7CCEA}" srcOrd="0" destOrd="0" presId="urn:microsoft.com/office/officeart/2008/layout/LinedList"/>
    <dgm:cxn modelId="{F6C008AC-6B55-46D3-9CEE-53B6FB0E85EC}" srcId="{751CCA3F-139D-4A6F-973F-4D940CFE47B9}" destId="{52DB01D7-91C3-4524-8E93-EFD2261F3F1B}" srcOrd="6" destOrd="0" parTransId="{6F9DCE6E-F84B-488C-8140-1048470E90EF}" sibTransId="{E31C7D88-8F71-4ECD-904A-70987BF3A747}"/>
    <dgm:cxn modelId="{89F13FAD-4819-439F-B847-AE76675966B6}" type="presOf" srcId="{CE7090B9-6C7D-4ED2-A26C-E8E483F9BA6E}" destId="{666101E7-00D3-4DE1-A81F-2CD3644A8BBF}" srcOrd="0" destOrd="0" presId="urn:microsoft.com/office/officeart/2008/layout/LinedList"/>
    <dgm:cxn modelId="{6F3D10B0-300B-4680-9377-5A50E245EBAF}" type="presOf" srcId="{730D6016-8339-4675-B6A1-879A9CDCC76A}" destId="{07AB4FC2-2C45-4116-A9EF-536E9D6F7124}" srcOrd="0" destOrd="0" presId="urn:microsoft.com/office/officeart/2008/layout/LinedList"/>
    <dgm:cxn modelId="{514929BC-377D-4FCA-872E-262C74A73E64}" srcId="{751CCA3F-139D-4A6F-973F-4D940CFE47B9}" destId="{8907D072-6EDB-43D7-BE69-19598050E073}" srcOrd="8" destOrd="0" parTransId="{C9118A13-501E-47CE-B812-28DC8F86A9DD}" sibTransId="{15DA0EF7-7A0E-4F08-B921-019F3D059E37}"/>
    <dgm:cxn modelId="{2763D4CD-9427-49FD-A9FF-415CBE425B3D}" type="presOf" srcId="{534EDC29-3647-4992-94A1-FD1799FC4142}" destId="{12A8A9AF-325A-4503-AA93-BCD774CFE6F0}" srcOrd="0" destOrd="0" presId="urn:microsoft.com/office/officeart/2008/layout/LinedList"/>
    <dgm:cxn modelId="{71204ACF-813D-48D5-9BF8-298C0A927AC4}" type="presOf" srcId="{58AED36F-DAA7-4233-A787-7A850B6773C3}" destId="{D4769EC1-4ED2-4773-B71A-96FF1C630631}" srcOrd="0" destOrd="0" presId="urn:microsoft.com/office/officeart/2008/layout/LinedList"/>
    <dgm:cxn modelId="{C20FCBD0-A668-4807-859A-57809C04770C}" srcId="{751CCA3F-139D-4A6F-973F-4D940CFE47B9}" destId="{58AED36F-DAA7-4233-A787-7A850B6773C3}" srcOrd="7" destOrd="0" parTransId="{010C0D5B-F82F-4BE0-8B7C-655546976537}" sibTransId="{425A21FD-28FD-4D53-B1C4-49D990F61B37}"/>
    <dgm:cxn modelId="{58E28AD4-C86E-4E31-B857-F82ACFB635C5}" srcId="{751CCA3F-139D-4A6F-973F-4D940CFE47B9}" destId="{730D6016-8339-4675-B6A1-879A9CDCC76A}" srcOrd="1" destOrd="0" parTransId="{033B8305-DF23-4998-9743-0151B643E89B}" sibTransId="{EB3C5E3E-894F-43F3-B21D-7BE95841F9EF}"/>
    <dgm:cxn modelId="{A5BF37E5-EDFC-45B4-BBAC-2B4D2AE153FB}" srcId="{751CCA3F-139D-4A6F-973F-4D940CFE47B9}" destId="{CE7090B9-6C7D-4ED2-A26C-E8E483F9BA6E}" srcOrd="0" destOrd="0" parTransId="{797D3E8B-D53B-4F55-9102-C3DA64D68BD4}" sibTransId="{AB3A487C-9BD9-4822-A0F1-92919D8A8EF7}"/>
    <dgm:cxn modelId="{522A36F9-2773-4001-A746-BA903C1BAD72}" type="presOf" srcId="{8907D072-6EDB-43D7-BE69-19598050E073}" destId="{BFDB4A9F-E739-462E-805E-8FB09383D76B}" srcOrd="0" destOrd="0" presId="urn:microsoft.com/office/officeart/2008/layout/LinedList"/>
    <dgm:cxn modelId="{B48BCEFC-A35A-49D4-8784-2441377B485A}" type="presParOf" srcId="{2FE5024B-20DB-47DB-9E21-2EAB3BA0371C}" destId="{6655C286-8C69-4972-BE15-9741262C50A6}" srcOrd="0" destOrd="0" presId="urn:microsoft.com/office/officeart/2008/layout/LinedList"/>
    <dgm:cxn modelId="{C186F43C-1846-490E-8ACD-E759B53D9A7B}" type="presParOf" srcId="{2FE5024B-20DB-47DB-9E21-2EAB3BA0371C}" destId="{0D4349DD-2C26-4F65-8C46-B3EE741DAF9A}" srcOrd="1" destOrd="0" presId="urn:microsoft.com/office/officeart/2008/layout/LinedList"/>
    <dgm:cxn modelId="{A0E41270-C129-451D-B326-B3C5C1A37D79}" type="presParOf" srcId="{0D4349DD-2C26-4F65-8C46-B3EE741DAF9A}" destId="{666101E7-00D3-4DE1-A81F-2CD3644A8BBF}" srcOrd="0" destOrd="0" presId="urn:microsoft.com/office/officeart/2008/layout/LinedList"/>
    <dgm:cxn modelId="{4951BD0D-7CDD-4660-B8AB-627E6257EF47}" type="presParOf" srcId="{0D4349DD-2C26-4F65-8C46-B3EE741DAF9A}" destId="{42AB4EFB-E39E-4D34-850B-892E18FE9FE7}" srcOrd="1" destOrd="0" presId="urn:microsoft.com/office/officeart/2008/layout/LinedList"/>
    <dgm:cxn modelId="{EA932C12-D86E-4339-9942-DF077D6F70C9}" type="presParOf" srcId="{2FE5024B-20DB-47DB-9E21-2EAB3BA0371C}" destId="{DE71101A-E6E1-4140-B5D5-E6455BADFC3C}" srcOrd="2" destOrd="0" presId="urn:microsoft.com/office/officeart/2008/layout/LinedList"/>
    <dgm:cxn modelId="{2DE81277-7BF3-4AFB-94EE-7CB86C8B34B9}" type="presParOf" srcId="{2FE5024B-20DB-47DB-9E21-2EAB3BA0371C}" destId="{732B00CB-763B-4C31-ABD6-0AB2A51C0C92}" srcOrd="3" destOrd="0" presId="urn:microsoft.com/office/officeart/2008/layout/LinedList"/>
    <dgm:cxn modelId="{4F90F66C-CAC1-491F-B37A-BADF7ACD0C3F}" type="presParOf" srcId="{732B00CB-763B-4C31-ABD6-0AB2A51C0C92}" destId="{07AB4FC2-2C45-4116-A9EF-536E9D6F7124}" srcOrd="0" destOrd="0" presId="urn:microsoft.com/office/officeart/2008/layout/LinedList"/>
    <dgm:cxn modelId="{563C7C0F-25D0-4446-8CA5-89AB8E9E99BA}" type="presParOf" srcId="{732B00CB-763B-4C31-ABD6-0AB2A51C0C92}" destId="{6D454E78-3C64-43CE-8897-7E3BA1229459}" srcOrd="1" destOrd="0" presId="urn:microsoft.com/office/officeart/2008/layout/LinedList"/>
    <dgm:cxn modelId="{23115A46-5C76-4448-A357-977219E14839}" type="presParOf" srcId="{2FE5024B-20DB-47DB-9E21-2EAB3BA0371C}" destId="{2E9733A3-FB8C-4750-8593-234583355DDE}" srcOrd="4" destOrd="0" presId="urn:microsoft.com/office/officeart/2008/layout/LinedList"/>
    <dgm:cxn modelId="{C55FEAEC-6EE0-4A8A-96A8-1FB69EA997E7}" type="presParOf" srcId="{2FE5024B-20DB-47DB-9E21-2EAB3BA0371C}" destId="{EE14C0A5-A729-45D4-8499-DF8224427B25}" srcOrd="5" destOrd="0" presId="urn:microsoft.com/office/officeart/2008/layout/LinedList"/>
    <dgm:cxn modelId="{D6849A09-EC3A-49A7-8CD0-CA95E8142E3B}" type="presParOf" srcId="{EE14C0A5-A729-45D4-8499-DF8224427B25}" destId="{1E03C7CF-324C-4A39-8A78-112E73D7CCEA}" srcOrd="0" destOrd="0" presId="urn:microsoft.com/office/officeart/2008/layout/LinedList"/>
    <dgm:cxn modelId="{86FF32B9-3591-4A4D-93CB-B04D7052EB6A}" type="presParOf" srcId="{EE14C0A5-A729-45D4-8499-DF8224427B25}" destId="{AD4A3632-A191-4708-9408-2EBFD5833928}" srcOrd="1" destOrd="0" presId="urn:microsoft.com/office/officeart/2008/layout/LinedList"/>
    <dgm:cxn modelId="{79957DD5-066D-4E39-8C6B-A2666997AA47}" type="presParOf" srcId="{2FE5024B-20DB-47DB-9E21-2EAB3BA0371C}" destId="{3FCA3873-515B-421D-A200-8CB64D06EA4C}" srcOrd="6" destOrd="0" presId="urn:microsoft.com/office/officeart/2008/layout/LinedList"/>
    <dgm:cxn modelId="{CE17E3E8-1392-4D45-BA5C-A8BC64489E69}" type="presParOf" srcId="{2FE5024B-20DB-47DB-9E21-2EAB3BA0371C}" destId="{63A1153C-77D5-4A8E-8F08-A6C2F73BC1FA}" srcOrd="7" destOrd="0" presId="urn:microsoft.com/office/officeart/2008/layout/LinedList"/>
    <dgm:cxn modelId="{7A247596-FEBD-4CD4-9BD4-C053E4F997BE}" type="presParOf" srcId="{63A1153C-77D5-4A8E-8F08-A6C2F73BC1FA}" destId="{3A1E9C22-9D77-4FFE-B8D6-DEA1AA3FD0FC}" srcOrd="0" destOrd="0" presId="urn:microsoft.com/office/officeart/2008/layout/LinedList"/>
    <dgm:cxn modelId="{9281477D-C316-441B-8785-9BA57B985309}" type="presParOf" srcId="{63A1153C-77D5-4A8E-8F08-A6C2F73BC1FA}" destId="{F6163E0C-5430-4B38-A4EE-F03A7F10BDC0}" srcOrd="1" destOrd="0" presId="urn:microsoft.com/office/officeart/2008/layout/LinedList"/>
    <dgm:cxn modelId="{248AAEE0-6A46-4E56-9D82-8F457591AA8C}" type="presParOf" srcId="{2FE5024B-20DB-47DB-9E21-2EAB3BA0371C}" destId="{9DCCE4B6-026A-4C64-B02E-47BE56B60A4F}" srcOrd="8" destOrd="0" presId="urn:microsoft.com/office/officeart/2008/layout/LinedList"/>
    <dgm:cxn modelId="{D0735D43-A846-4775-851A-DC780375A221}" type="presParOf" srcId="{2FE5024B-20DB-47DB-9E21-2EAB3BA0371C}" destId="{507372E5-6C0C-4452-A1AF-968E9CD98949}" srcOrd="9" destOrd="0" presId="urn:microsoft.com/office/officeart/2008/layout/LinedList"/>
    <dgm:cxn modelId="{40AA556E-A9D0-4694-9095-413F46CDA43D}" type="presParOf" srcId="{507372E5-6C0C-4452-A1AF-968E9CD98949}" destId="{AE0C88D5-4EF9-4EDC-9127-43DB5AD6508D}" srcOrd="0" destOrd="0" presId="urn:microsoft.com/office/officeart/2008/layout/LinedList"/>
    <dgm:cxn modelId="{139BF02D-A3FF-4BB7-9F12-8968D0EBA309}" type="presParOf" srcId="{507372E5-6C0C-4452-A1AF-968E9CD98949}" destId="{40D1531E-1DC4-4113-936E-CA5BE9145D85}" srcOrd="1" destOrd="0" presId="urn:microsoft.com/office/officeart/2008/layout/LinedList"/>
    <dgm:cxn modelId="{DCEA533D-7B8A-44C6-8426-5428FA780F01}" type="presParOf" srcId="{2FE5024B-20DB-47DB-9E21-2EAB3BA0371C}" destId="{CF68C924-F971-4CC3-BACC-6BE6160FD977}" srcOrd="10" destOrd="0" presId="urn:microsoft.com/office/officeart/2008/layout/LinedList"/>
    <dgm:cxn modelId="{60D44A6B-2AA3-4C2E-8C83-552240A326B6}" type="presParOf" srcId="{2FE5024B-20DB-47DB-9E21-2EAB3BA0371C}" destId="{520EDB8B-B7E3-49A0-8EFE-92C818107DDD}" srcOrd="11" destOrd="0" presId="urn:microsoft.com/office/officeart/2008/layout/LinedList"/>
    <dgm:cxn modelId="{F69ED525-34AD-45F0-81C8-DB017BBB1822}" type="presParOf" srcId="{520EDB8B-B7E3-49A0-8EFE-92C818107DDD}" destId="{12A8A9AF-325A-4503-AA93-BCD774CFE6F0}" srcOrd="0" destOrd="0" presId="urn:microsoft.com/office/officeart/2008/layout/LinedList"/>
    <dgm:cxn modelId="{5CB74998-4D0F-4353-A12B-0AF9057476B4}" type="presParOf" srcId="{520EDB8B-B7E3-49A0-8EFE-92C818107DDD}" destId="{FA20488E-411E-42EF-B9C7-0DC71391D923}" srcOrd="1" destOrd="0" presId="urn:microsoft.com/office/officeart/2008/layout/LinedList"/>
    <dgm:cxn modelId="{4DFB4C76-8843-4107-A494-C5C44B3ED0AD}" type="presParOf" srcId="{2FE5024B-20DB-47DB-9E21-2EAB3BA0371C}" destId="{46FDDD21-370C-4228-88BE-3F77FE104B8A}" srcOrd="12" destOrd="0" presId="urn:microsoft.com/office/officeart/2008/layout/LinedList"/>
    <dgm:cxn modelId="{93FEF590-9ADA-4F5A-B4D2-30EEA6FE72AD}" type="presParOf" srcId="{2FE5024B-20DB-47DB-9E21-2EAB3BA0371C}" destId="{09BBE81C-CDA0-4B6A-BC0B-FB1A7D79B977}" srcOrd="13" destOrd="0" presId="urn:microsoft.com/office/officeart/2008/layout/LinedList"/>
    <dgm:cxn modelId="{871130BB-5C1B-4E12-BD4D-A7060EF3D3D0}" type="presParOf" srcId="{09BBE81C-CDA0-4B6A-BC0B-FB1A7D79B977}" destId="{4E5AF66C-2D85-4061-AA5F-D19F88B72327}" srcOrd="0" destOrd="0" presId="urn:microsoft.com/office/officeart/2008/layout/LinedList"/>
    <dgm:cxn modelId="{CCC85ECE-B7B9-4CCB-9C3D-AA0ED87AF8E4}" type="presParOf" srcId="{09BBE81C-CDA0-4B6A-BC0B-FB1A7D79B977}" destId="{9B76A200-594B-4A70-BB97-1EE9737DC290}" srcOrd="1" destOrd="0" presId="urn:microsoft.com/office/officeart/2008/layout/LinedList"/>
    <dgm:cxn modelId="{AD5A9FE3-04FC-4342-9498-7397CAAEEA2F}" type="presParOf" srcId="{2FE5024B-20DB-47DB-9E21-2EAB3BA0371C}" destId="{1CC87FB5-42F0-473E-B7E7-49CBB8A31F33}" srcOrd="14" destOrd="0" presId="urn:microsoft.com/office/officeart/2008/layout/LinedList"/>
    <dgm:cxn modelId="{409DE75C-29A4-4F55-AF8E-6739F85EAED6}" type="presParOf" srcId="{2FE5024B-20DB-47DB-9E21-2EAB3BA0371C}" destId="{12ADCE26-A93C-4BBC-9CC2-C78392C25D0E}" srcOrd="15" destOrd="0" presId="urn:microsoft.com/office/officeart/2008/layout/LinedList"/>
    <dgm:cxn modelId="{70BE868D-2B66-4596-B7FE-2C6A3C534036}" type="presParOf" srcId="{12ADCE26-A93C-4BBC-9CC2-C78392C25D0E}" destId="{D4769EC1-4ED2-4773-B71A-96FF1C630631}" srcOrd="0" destOrd="0" presId="urn:microsoft.com/office/officeart/2008/layout/LinedList"/>
    <dgm:cxn modelId="{1F16EA01-DDB9-4283-A29C-398B9A18D888}" type="presParOf" srcId="{12ADCE26-A93C-4BBC-9CC2-C78392C25D0E}" destId="{BF7A5AB8-7F32-4E8F-A125-699B3215F043}" srcOrd="1" destOrd="0" presId="urn:microsoft.com/office/officeart/2008/layout/LinedList"/>
    <dgm:cxn modelId="{86779BAB-F209-4AB2-B403-847C13A47177}" type="presParOf" srcId="{2FE5024B-20DB-47DB-9E21-2EAB3BA0371C}" destId="{B6A0A8E7-399A-4BBB-BAB7-A854DE742412}" srcOrd="16" destOrd="0" presId="urn:microsoft.com/office/officeart/2008/layout/LinedList"/>
    <dgm:cxn modelId="{F14ED4C2-A0FC-4B93-84F5-A8A8DAEEDAE8}" type="presParOf" srcId="{2FE5024B-20DB-47DB-9E21-2EAB3BA0371C}" destId="{7E6594A8-2AB3-43AC-B5C0-FFEF121F7224}" srcOrd="17" destOrd="0" presId="urn:microsoft.com/office/officeart/2008/layout/LinedList"/>
    <dgm:cxn modelId="{ABFFE706-102F-4413-90E1-0FE3CC5BD13C}" type="presParOf" srcId="{7E6594A8-2AB3-43AC-B5C0-FFEF121F7224}" destId="{BFDB4A9F-E739-462E-805E-8FB09383D76B}" srcOrd="0" destOrd="0" presId="urn:microsoft.com/office/officeart/2008/layout/LinedList"/>
    <dgm:cxn modelId="{B550D8AE-31EB-4D61-9BEF-4A48CA66D445}" type="presParOf" srcId="{7E6594A8-2AB3-43AC-B5C0-FFEF121F7224}" destId="{112FFC9E-505A-4454-AAFA-AD02DE807988}" srcOrd="1" destOrd="0" presId="urn:microsoft.com/office/officeart/2008/layout/LinedList"/>
    <dgm:cxn modelId="{908298E8-9C55-4563-94EB-0FD66A7912C0}" type="presParOf" srcId="{2FE5024B-20DB-47DB-9E21-2EAB3BA0371C}" destId="{722D462A-919B-4F4D-8CE8-8892145D9456}" srcOrd="18" destOrd="0" presId="urn:microsoft.com/office/officeart/2008/layout/LinedList"/>
    <dgm:cxn modelId="{C4DC163F-5C7E-4735-9C7D-7C2ABC665E35}" type="presParOf" srcId="{2FE5024B-20DB-47DB-9E21-2EAB3BA0371C}" destId="{3F676313-E106-4BE3-A042-AD191A348CDD}" srcOrd="19" destOrd="0" presId="urn:microsoft.com/office/officeart/2008/layout/LinedList"/>
    <dgm:cxn modelId="{4842A04E-51FB-48FC-966D-62B135709B53}" type="presParOf" srcId="{3F676313-E106-4BE3-A042-AD191A348CDD}" destId="{C1ADB6C4-D4BD-4977-9F69-4BDFC812715E}" srcOrd="0" destOrd="0" presId="urn:microsoft.com/office/officeart/2008/layout/LinedList"/>
    <dgm:cxn modelId="{77008E3B-3D27-499D-BA06-C0BA104EB6F0}" type="presParOf" srcId="{3F676313-E106-4BE3-A042-AD191A348CDD}" destId="{E5D90A5A-6139-48D4-92F3-052933773A2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55C286-8C69-4972-BE15-9741262C50A6}">
      <dsp:nvSpPr>
        <dsp:cNvPr id="0" name=""/>
        <dsp:cNvSpPr/>
      </dsp:nvSpPr>
      <dsp:spPr>
        <a:xfrm>
          <a:off x="0" y="675"/>
          <a:ext cx="629171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6101E7-00D3-4DE1-A81F-2CD3644A8BBF}">
      <dsp:nvSpPr>
        <dsp:cNvPr id="0" name=""/>
        <dsp:cNvSpPr/>
      </dsp:nvSpPr>
      <dsp:spPr>
        <a:xfrm>
          <a:off x="0" y="675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Get-Service</a:t>
          </a:r>
          <a:endParaRPr lang="en-US" sz="2500" kern="1200"/>
        </a:p>
      </dsp:txBody>
      <dsp:txXfrm>
        <a:off x="0" y="675"/>
        <a:ext cx="6291714" cy="552938"/>
      </dsp:txXfrm>
    </dsp:sp>
    <dsp:sp modelId="{DE71101A-E6E1-4140-B5D5-E6455BADFC3C}">
      <dsp:nvSpPr>
        <dsp:cNvPr id="0" name=""/>
        <dsp:cNvSpPr/>
      </dsp:nvSpPr>
      <dsp:spPr>
        <a:xfrm>
          <a:off x="0" y="553613"/>
          <a:ext cx="6291714" cy="0"/>
        </a:xfrm>
        <a:prstGeom prst="line">
          <a:avLst/>
        </a:prstGeom>
        <a:solidFill>
          <a:schemeClr val="accent2">
            <a:hueOff val="715957"/>
            <a:satOff val="-2055"/>
            <a:lumOff val="-3290"/>
            <a:alphaOff val="0"/>
          </a:schemeClr>
        </a:solidFill>
        <a:ln w="19050" cap="flat" cmpd="sng" algn="ctr">
          <a:solidFill>
            <a:schemeClr val="accent2">
              <a:hueOff val="715957"/>
              <a:satOff val="-2055"/>
              <a:lumOff val="-329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AB4FC2-2C45-4116-A9EF-536E9D6F7124}">
      <dsp:nvSpPr>
        <dsp:cNvPr id="0" name=""/>
        <dsp:cNvSpPr/>
      </dsp:nvSpPr>
      <dsp:spPr>
        <a:xfrm>
          <a:off x="0" y="553613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Get-EventLog</a:t>
          </a:r>
          <a:endParaRPr lang="en-US" sz="2500" kern="1200"/>
        </a:p>
      </dsp:txBody>
      <dsp:txXfrm>
        <a:off x="0" y="553613"/>
        <a:ext cx="6291714" cy="552938"/>
      </dsp:txXfrm>
    </dsp:sp>
    <dsp:sp modelId="{2E9733A3-FB8C-4750-8593-234583355DDE}">
      <dsp:nvSpPr>
        <dsp:cNvPr id="0" name=""/>
        <dsp:cNvSpPr/>
      </dsp:nvSpPr>
      <dsp:spPr>
        <a:xfrm>
          <a:off x="0" y="1106552"/>
          <a:ext cx="6291714" cy="0"/>
        </a:xfrm>
        <a:prstGeom prst="line">
          <a:avLst/>
        </a:prstGeom>
        <a:solidFill>
          <a:schemeClr val="accent2">
            <a:hueOff val="1431914"/>
            <a:satOff val="-4110"/>
            <a:lumOff val="-6580"/>
            <a:alphaOff val="0"/>
          </a:schemeClr>
        </a:solidFill>
        <a:ln w="19050" cap="flat" cmpd="sng" algn="ctr">
          <a:solidFill>
            <a:schemeClr val="accent2">
              <a:hueOff val="1431914"/>
              <a:satOff val="-4110"/>
              <a:lumOff val="-65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03C7CF-324C-4A39-8A78-112E73D7CCEA}">
      <dsp:nvSpPr>
        <dsp:cNvPr id="0" name=""/>
        <dsp:cNvSpPr/>
      </dsp:nvSpPr>
      <dsp:spPr>
        <a:xfrm>
          <a:off x="0" y="1106552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Get-ChildItem</a:t>
          </a:r>
          <a:endParaRPr lang="en-US" sz="2500" kern="1200"/>
        </a:p>
      </dsp:txBody>
      <dsp:txXfrm>
        <a:off x="0" y="1106552"/>
        <a:ext cx="6291714" cy="552938"/>
      </dsp:txXfrm>
    </dsp:sp>
    <dsp:sp modelId="{3FCA3873-515B-421D-A200-8CB64D06EA4C}">
      <dsp:nvSpPr>
        <dsp:cNvPr id="0" name=""/>
        <dsp:cNvSpPr/>
      </dsp:nvSpPr>
      <dsp:spPr>
        <a:xfrm>
          <a:off x="0" y="1659490"/>
          <a:ext cx="6291714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1E9C22-9D77-4FFE-B8D6-DEA1AA3FD0FC}">
      <dsp:nvSpPr>
        <dsp:cNvPr id="0" name=""/>
        <dsp:cNvSpPr/>
      </dsp:nvSpPr>
      <dsp:spPr>
        <a:xfrm>
          <a:off x="0" y="1659490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Get-ComputerInfo</a:t>
          </a:r>
          <a:endParaRPr lang="en-US" sz="2500" kern="1200"/>
        </a:p>
      </dsp:txBody>
      <dsp:txXfrm>
        <a:off x="0" y="1659490"/>
        <a:ext cx="6291714" cy="552938"/>
      </dsp:txXfrm>
    </dsp:sp>
    <dsp:sp modelId="{9DCCE4B6-026A-4C64-B02E-47BE56B60A4F}">
      <dsp:nvSpPr>
        <dsp:cNvPr id="0" name=""/>
        <dsp:cNvSpPr/>
      </dsp:nvSpPr>
      <dsp:spPr>
        <a:xfrm>
          <a:off x="0" y="2212429"/>
          <a:ext cx="6291714" cy="0"/>
        </a:xfrm>
        <a:prstGeom prst="line">
          <a:avLst/>
        </a:prstGeom>
        <a:solidFill>
          <a:schemeClr val="accent2">
            <a:hueOff val="2863828"/>
            <a:satOff val="-8219"/>
            <a:lumOff val="-13160"/>
            <a:alphaOff val="0"/>
          </a:schemeClr>
        </a:solidFill>
        <a:ln w="19050" cap="flat" cmpd="sng" algn="ctr">
          <a:solidFill>
            <a:schemeClr val="accent2">
              <a:hueOff val="2863828"/>
              <a:satOff val="-8219"/>
              <a:lumOff val="-1316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C88D5-4EF9-4EDC-9127-43DB5AD6508D}">
      <dsp:nvSpPr>
        <dsp:cNvPr id="0" name=""/>
        <dsp:cNvSpPr/>
      </dsp:nvSpPr>
      <dsp:spPr>
        <a:xfrm>
          <a:off x="0" y="2212429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Get-Date</a:t>
          </a:r>
          <a:endParaRPr lang="en-US" sz="2500" kern="1200"/>
        </a:p>
      </dsp:txBody>
      <dsp:txXfrm>
        <a:off x="0" y="2212429"/>
        <a:ext cx="6291714" cy="552938"/>
      </dsp:txXfrm>
    </dsp:sp>
    <dsp:sp modelId="{CF68C924-F971-4CC3-BACC-6BE6160FD977}">
      <dsp:nvSpPr>
        <dsp:cNvPr id="0" name=""/>
        <dsp:cNvSpPr/>
      </dsp:nvSpPr>
      <dsp:spPr>
        <a:xfrm>
          <a:off x="0" y="2765367"/>
          <a:ext cx="6291714" cy="0"/>
        </a:xfrm>
        <a:prstGeom prst="line">
          <a:avLst/>
        </a:prstGeom>
        <a:solidFill>
          <a:schemeClr val="accent2">
            <a:hueOff val="3579786"/>
            <a:satOff val="-10274"/>
            <a:lumOff val="-16449"/>
            <a:alphaOff val="0"/>
          </a:schemeClr>
        </a:solidFill>
        <a:ln w="19050" cap="flat" cmpd="sng" algn="ctr">
          <a:solidFill>
            <a:schemeClr val="accent2">
              <a:hueOff val="3579786"/>
              <a:satOff val="-10274"/>
              <a:lumOff val="-1644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A8A9AF-325A-4503-AA93-BCD774CFE6F0}">
      <dsp:nvSpPr>
        <dsp:cNvPr id="0" name=""/>
        <dsp:cNvSpPr/>
      </dsp:nvSpPr>
      <dsp:spPr>
        <a:xfrm>
          <a:off x="0" y="2765367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Get-LocalUser</a:t>
          </a:r>
          <a:endParaRPr lang="en-US" sz="2500" kern="1200"/>
        </a:p>
      </dsp:txBody>
      <dsp:txXfrm>
        <a:off x="0" y="2765367"/>
        <a:ext cx="6291714" cy="552938"/>
      </dsp:txXfrm>
    </dsp:sp>
    <dsp:sp modelId="{46FDDD21-370C-4228-88BE-3F77FE104B8A}">
      <dsp:nvSpPr>
        <dsp:cNvPr id="0" name=""/>
        <dsp:cNvSpPr/>
      </dsp:nvSpPr>
      <dsp:spPr>
        <a:xfrm>
          <a:off x="0" y="3318305"/>
          <a:ext cx="6291714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5AF66C-2D85-4061-AA5F-D19F88B72327}">
      <dsp:nvSpPr>
        <dsp:cNvPr id="0" name=""/>
        <dsp:cNvSpPr/>
      </dsp:nvSpPr>
      <dsp:spPr>
        <a:xfrm>
          <a:off x="0" y="3318305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Get-NetIPConfiguration</a:t>
          </a:r>
          <a:endParaRPr lang="en-US" sz="2500" kern="1200"/>
        </a:p>
      </dsp:txBody>
      <dsp:txXfrm>
        <a:off x="0" y="3318305"/>
        <a:ext cx="6291714" cy="552938"/>
      </dsp:txXfrm>
    </dsp:sp>
    <dsp:sp modelId="{1CC87FB5-42F0-473E-B7E7-49CBB8A31F33}">
      <dsp:nvSpPr>
        <dsp:cNvPr id="0" name=""/>
        <dsp:cNvSpPr/>
      </dsp:nvSpPr>
      <dsp:spPr>
        <a:xfrm>
          <a:off x="0" y="3871244"/>
          <a:ext cx="6291714" cy="0"/>
        </a:xfrm>
        <a:prstGeom prst="line">
          <a:avLst/>
        </a:prstGeom>
        <a:solidFill>
          <a:schemeClr val="accent2">
            <a:hueOff val="5011700"/>
            <a:satOff val="-14383"/>
            <a:lumOff val="-23029"/>
            <a:alphaOff val="0"/>
          </a:schemeClr>
        </a:solidFill>
        <a:ln w="19050" cap="flat" cmpd="sng" algn="ctr">
          <a:solidFill>
            <a:schemeClr val="accent2">
              <a:hueOff val="5011700"/>
              <a:satOff val="-14383"/>
              <a:lumOff val="-2302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69EC1-4ED2-4773-B71A-96FF1C630631}">
      <dsp:nvSpPr>
        <dsp:cNvPr id="0" name=""/>
        <dsp:cNvSpPr/>
      </dsp:nvSpPr>
      <dsp:spPr>
        <a:xfrm>
          <a:off x="0" y="3871244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Get-Command</a:t>
          </a:r>
          <a:endParaRPr lang="en-US" sz="2500" kern="1200"/>
        </a:p>
      </dsp:txBody>
      <dsp:txXfrm>
        <a:off x="0" y="3871244"/>
        <a:ext cx="6291714" cy="552938"/>
      </dsp:txXfrm>
    </dsp:sp>
    <dsp:sp modelId="{B6A0A8E7-399A-4BBB-BAB7-A854DE742412}">
      <dsp:nvSpPr>
        <dsp:cNvPr id="0" name=""/>
        <dsp:cNvSpPr/>
      </dsp:nvSpPr>
      <dsp:spPr>
        <a:xfrm>
          <a:off x="0" y="4424182"/>
          <a:ext cx="6291714" cy="0"/>
        </a:xfrm>
        <a:prstGeom prst="line">
          <a:avLst/>
        </a:prstGeom>
        <a:solidFill>
          <a:schemeClr val="accent2">
            <a:hueOff val="5727657"/>
            <a:satOff val="-16438"/>
            <a:lumOff val="-26319"/>
            <a:alphaOff val="0"/>
          </a:schemeClr>
        </a:solidFill>
        <a:ln w="19050" cap="flat" cmpd="sng" algn="ctr">
          <a:solidFill>
            <a:schemeClr val="accent2">
              <a:hueOff val="5727657"/>
              <a:satOff val="-16438"/>
              <a:lumOff val="-263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DB4A9F-E739-462E-805E-8FB09383D76B}">
      <dsp:nvSpPr>
        <dsp:cNvPr id="0" name=""/>
        <dsp:cNvSpPr/>
      </dsp:nvSpPr>
      <dsp:spPr>
        <a:xfrm>
          <a:off x="0" y="4424182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Get-Module</a:t>
          </a:r>
          <a:endParaRPr lang="en-US" sz="2500" kern="1200"/>
        </a:p>
      </dsp:txBody>
      <dsp:txXfrm>
        <a:off x="0" y="4424182"/>
        <a:ext cx="6291714" cy="552938"/>
      </dsp:txXfrm>
    </dsp:sp>
    <dsp:sp modelId="{722D462A-919B-4F4D-8CE8-8892145D9456}">
      <dsp:nvSpPr>
        <dsp:cNvPr id="0" name=""/>
        <dsp:cNvSpPr/>
      </dsp:nvSpPr>
      <dsp:spPr>
        <a:xfrm>
          <a:off x="0" y="4977121"/>
          <a:ext cx="6291714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DB6C4-D4BD-4977-9F69-4BDFC812715E}">
      <dsp:nvSpPr>
        <dsp:cNvPr id="0" name=""/>
        <dsp:cNvSpPr/>
      </dsp:nvSpPr>
      <dsp:spPr>
        <a:xfrm>
          <a:off x="0" y="4977121"/>
          <a:ext cx="6291714" cy="5529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t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0" i="0" kern="1200" baseline="0"/>
            <a:t>Get-HotFix</a:t>
          </a:r>
          <a:endParaRPr lang="en-US" sz="2500" kern="1200"/>
        </a:p>
      </dsp:txBody>
      <dsp:txXfrm>
        <a:off x="0" y="4977121"/>
        <a:ext cx="6291714" cy="5529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3:00:29.1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440 0,'0'5,"-1"-1,0 1,0-1,0 1,-1-1,0 0,-2 6,-5 11,1 4,-64 238,63-226,-25 68,9-34,24-67,0-1,0 0,0 0,0 1,0-1,-1 0,1 0,-1 0,0 0,0-1,0 1,0 0,0-1,-1 0,1 1,-1-1,0 0,0 0,1-1,-1 1,0 0,-1-1,1 0,0 0,0 0,0 0,-1 0,1-1,0 1,-7-1,-32 1,-63-6,103 5,0 0,0 0,0-1,0 1,0 0,1-1,-1 1,0-1,0 0,1 0,-1 1,0-1,1 0,-1-1,1 1,-1 0,1 0,0-1,-1 1,1 0,0-1,0 1,0-1,0 0,0 1,0-1,1 0,-1 0,1 1,-1-1,1 0,-1 0,1 0,0 0,0 1,0-1,0-3,1-3,1 1,-1 0,1 0,0 0,0 1,1-1,0 0,6-8,-6 8,0 0,0-1,0 1,-1 0,0-1,1-11,-2 12,0 0,0 0,1 1,0-1,0 0,1 1,0 0,4-8,-5 12,-1 0,1 1,0-1,0 0,-1 1,1-1,0 1,1 0,-1 0,0 0,0 0,1 0,-1 0,0 0,3 0,41-3,-17 3,-1-5,48-15,-47 11,40-6,-51 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3:00:3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35 24519,'-132'211'0,"291"-22"0,71-281 0,-247-156 0,-223 188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3:08:38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3:08:40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3:08:41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2T13:00:29.14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440 0,'0'5,"-1"-1,0 1,0-1,0 1,-1-1,0 0,-2 6,-5 11,1 4,-64 238,63-226,-25 68,9-34,24-67,0-1,0 0,0 0,0 1,0-1,-1 0,1 0,-1 0,0 0,0-1,0 1,0 0,0-1,-1 0,1 1,-1-1,0 0,0 0,1-1,-1 1,0 0,-1-1,1 0,0 0,0 0,0 0,-1 0,1-1,0 1,-7-1,-32 1,-63-6,103 5,0 0,0 0,0-1,0 1,0 0,1-1,-1 1,0-1,0 0,1 0,-1 1,0-1,1 0,-1-1,1 1,-1 0,1 0,0-1,-1 1,1 0,0-1,0 1,0-1,0 0,0 1,0-1,1 0,-1 0,1 1,-1-1,1 0,-1 0,1 0,0 0,0 1,0-1,0-3,1-3,1 1,-1 0,1 0,0 0,0 1,1-1,0 0,6-8,-6 8,0 0,0-1,0 1,-1 0,0-1,1-11,-2 12,0 0,0 0,1 1,0-1,0 0,1 1,0 0,4-8,-5 12,-1 0,1 1,0-1,0 0,-1 1,1-1,0 1,1 0,-1 0,0 0,0 0,1 0,-1 0,0 0,3 0,41-3,-17 3,-1-5,48-15,-47 11,40-6,-51 13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2T13:00:39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156 35 24519,'-132'211'0,"291"-22"0,71-281 0,-247-156 0,-223 188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48F67-B0AB-6F18-8653-9A6762BD7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80BC3C-75BC-7578-317A-3EFE4A0E49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0209EF-D8ED-66BE-EAC7-19C674DC8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42D75-2D83-44BF-FCC9-C91696618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98D0B-05B2-87A2-8666-481EC296A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5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AB66D-3173-7505-409F-F6E59A56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1BA87-0262-1B72-2A7D-D29AA1162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9C48-DF88-FF0B-935B-242E10FD1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A620-AE07-B6B2-3683-E0001656E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0F861-6429-4B95-219D-7BE2BFB3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01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954B-DCA4-D995-CCB3-77754C564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CEB04-D0FF-3136-9036-19564830CA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32607-9C29-97CF-724E-5048B75E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EF0A2-8D11-5348-6C90-39901CCC6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01CA59-AA55-73A5-4296-D1276C60D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34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F979E-7448-F659-726C-235B8906D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B925CD-5F59-4437-B327-1CAF01958F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BED96-FA11-0472-B975-9BAA1E66D5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D2CC9-BFC7-91EA-480F-3B87E778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1372BE-FA7C-6770-A020-BF55512E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CF1C5-9380-A5EE-1A68-C18517F54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991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0B3F-7D5D-F482-8E4A-5039CA949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9275F1-3FBD-309A-47D3-91F2B2BE3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69245-0F7E-4CEA-6DD3-F23CB9096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0A5185-5BF5-6FF1-92A0-661B161B0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08520-CD14-DC4D-DEAE-5544EE382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AFB0AE-1985-9380-AD19-E673A088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1204F-03CF-8048-2B56-28D38F26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E1FB58-AA35-DF9D-E4E9-BECB22CE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407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11F4C-56D6-FA00-4012-BED538C16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D14D1-C651-BF98-C214-D44A5CA8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673E6-FF8E-5C7B-98D1-F0ECBEAB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88892-F454-BEF9-9A50-98E07C41C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2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F3DC57-148D-31D0-9EDF-7C1ECCC20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E3DCCE-1948-36AE-DD88-F10F6ED8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17FB6-0DFF-282A-32E5-3C942C1DC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56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0711-3477-9F99-CD13-4C4354FCD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1B901-53E0-362F-6255-2A403E29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27108-74AC-7F88-9261-1B62291C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C5B5B-DE83-DE4F-5078-9EC900DAA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3F04B-0311-52B8-6ACE-11E4BAC7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770CB2-566D-7AEC-2E9C-00C912074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0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17CF-B875-7B88-3E46-6F08A6A1C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AD41E4-78C5-F9CC-9800-47A079A5FA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C4360-499B-72EE-CD39-AFCA7C8CF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94D6FC-1DA4-01DA-3FB6-875ACEC01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2E39D-8269-D326-CFF9-A417A0B77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3DCD9-5791-869C-DFED-312E7544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235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6895F-F88F-51CE-4F37-A170F99A3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D4B9B5-ECD1-A6D8-4484-926DC2A05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D135C-7461-CBD9-7FAC-342A4F354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382A6-0045-803D-4584-6CD53267C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56AB7-45C8-99AB-E42F-DC2E8E08B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4521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E55647-381B-24F7-F339-BB8B8DD94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036B1-D8C1-6431-FFF1-9DC035B607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9B0B9-42C7-1303-9BFC-72F3EECE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A524D-1A4B-B551-2B48-EFBBA5D75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C35E8-3203-14BC-8177-E820F4C94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63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CD02B8-D40D-8E8B-A15B-2CCC2AF3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740739-A0CF-73B2-8225-824A89572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A540F-34DB-2D61-EDF7-1057CFA3E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DB0223-1B8A-424E-955F-100E138D62CA}" type="datetimeFigureOut">
              <a:rPr lang="en-US" smtClean="0"/>
              <a:t>2/22/2026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B7D03-0EF2-F5E2-A26C-3C916998B7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B1CBA-8CD4-BCFE-7A2C-945C6C358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08DC1B-6F17-4930-9516-26732C84C97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F5EB69-9A2A-B472-54C0-7828C2468B1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74612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LG - Public</a:t>
            </a:r>
          </a:p>
        </p:txBody>
      </p:sp>
    </p:spTree>
    <p:extLst>
      <p:ext uri="{BB962C8B-B14F-4D97-AF65-F5344CB8AC3E}">
        <p14:creationId xmlns:p14="http://schemas.microsoft.com/office/powerpoint/2010/main" val="2220006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30.png"/><Relationship Id="rId7" Type="http://schemas.openxmlformats.org/officeDocument/2006/relationships/image" Target="../media/image5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40.png"/><Relationship Id="rId10" Type="http://schemas.openxmlformats.org/officeDocument/2006/relationships/image" Target="../media/image13.png"/><Relationship Id="rId4" Type="http://schemas.openxmlformats.org/officeDocument/2006/relationships/customXml" Target="../ink/ink2.xml"/><Relationship Id="rId9" Type="http://schemas.openxmlformats.org/officeDocument/2006/relationships/customXml" Target="../ink/ink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customXml" Target="../ink/ink7.xml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684E2-D484-12EA-327D-B32F9A379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744" y="406400"/>
            <a:ext cx="9144000" cy="1078733"/>
          </a:xfrm>
        </p:spPr>
        <p:txBody>
          <a:bodyPr>
            <a:normAutofit/>
          </a:bodyPr>
          <a:lstStyle/>
          <a:p>
            <a:r>
              <a:rPr lang="en-US" dirty="0" err="1"/>
              <a:t>Powershell</a:t>
            </a:r>
            <a:r>
              <a:rPr lang="en-US" dirty="0"/>
              <a:t> File Processing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40CB9-D999-86B6-C869-59922693F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28800"/>
            <a:ext cx="9144000" cy="34290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PowerShell File Processing Summary</a:t>
            </a:r>
          </a:p>
          <a:p>
            <a:pPr algn="l"/>
            <a:r>
              <a:rPr lang="en-US" b="1" dirty="0"/>
              <a:t>1. Text Files (.txt)</a:t>
            </a:r>
          </a:p>
          <a:p>
            <a:pPr algn="l"/>
            <a:r>
              <a:rPr lang="en-US" b="1" dirty="0"/>
              <a:t> </a:t>
            </a:r>
            <a:endParaRPr lang="en-US" dirty="0"/>
          </a:p>
          <a:p>
            <a:pPr algn="l"/>
            <a:r>
              <a:rPr lang="en-US" b="1" dirty="0"/>
              <a:t>2. CSV Files (.csv)</a:t>
            </a:r>
          </a:p>
          <a:p>
            <a:pPr algn="l"/>
            <a:r>
              <a:rPr lang="en-US" b="1" dirty="0"/>
              <a:t> </a:t>
            </a:r>
            <a:endParaRPr lang="en-US" dirty="0"/>
          </a:p>
          <a:p>
            <a:pPr algn="l"/>
            <a:r>
              <a:rPr lang="en-US" b="1" dirty="0"/>
              <a:t>3. JSON Files (.</a:t>
            </a:r>
            <a:r>
              <a:rPr lang="en-US" b="1" dirty="0" err="1"/>
              <a:t>json</a:t>
            </a:r>
            <a:r>
              <a:rPr lang="en-US" b="1" dirty="0"/>
              <a:t>)</a:t>
            </a:r>
          </a:p>
          <a:p>
            <a:pPr algn="l"/>
            <a:r>
              <a:rPr lang="en-US" b="1" dirty="0"/>
              <a:t> </a:t>
            </a:r>
            <a:endParaRPr lang="en-US" dirty="0"/>
          </a:p>
          <a:p>
            <a:pPr algn="l"/>
            <a:r>
              <a:rPr lang="en-US" b="1" dirty="0"/>
              <a:t>4. Word Documents (.docx)</a:t>
            </a:r>
          </a:p>
          <a:p>
            <a:pPr algn="l"/>
            <a:r>
              <a:rPr lang="en-US" dirty="0"/>
              <a:t> </a:t>
            </a:r>
          </a:p>
          <a:p>
            <a:pPr algn="l"/>
            <a:r>
              <a:rPr lang="en-US" b="1" dirty="0"/>
              <a:t>5. Excel Files (.xlsx)</a:t>
            </a:r>
          </a:p>
          <a:p>
            <a:pPr algn="l"/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641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4ED69-BB75-1E77-F373-D9CFDA38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Text Files (.txt)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99E354-5178-12D8-F178-6A3F75385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4825" y="1396041"/>
            <a:ext cx="6221435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E29E1D-D08A-F885-FC81-5FA6878DBC86}"/>
              </a:ext>
            </a:extLst>
          </p:cNvPr>
          <p:cNvSpPr txBox="1"/>
          <p:nvPr/>
        </p:nvSpPr>
        <p:spPr>
          <a:xfrm>
            <a:off x="1066668" y="5747379"/>
            <a:ext cx="6112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Get-Process |out-File $</a:t>
            </a:r>
            <a:r>
              <a:rPr lang="en-US" dirty="0" err="1"/>
              <a:t>txtFile</a:t>
            </a:r>
            <a:r>
              <a:rPr lang="en-US" dirty="0"/>
              <a:t> -Append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6DA5E3-EA2C-F8D1-D4B2-2B3839D10944}"/>
              </a:ext>
            </a:extLst>
          </p:cNvPr>
          <p:cNvSpPr txBox="1"/>
          <p:nvPr/>
        </p:nvSpPr>
        <p:spPr>
          <a:xfrm>
            <a:off x="1066668" y="6124698"/>
            <a:ext cx="6112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Start-Process notepad.exe $</a:t>
            </a:r>
            <a:r>
              <a:rPr lang="en-US" dirty="0" err="1"/>
              <a:t>txtFile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60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A8DC2-AB47-47A9-F5E3-09D054AD9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✅ 1. Create Directory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913614-6DCA-85EC-E461-C5B5418D1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4574" y="1592333"/>
            <a:ext cx="4610337" cy="1682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9D196E-08D7-1DFE-1B19-3F98629D5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3" y="365125"/>
            <a:ext cx="6807550" cy="591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4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330C-5B35-7E57-B739-184B119E0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27026"/>
            <a:ext cx="3290887" cy="228758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✅ 2. Change to Directory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D776170A-C59F-E597-C8C7-7EC843CF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3982" y="327026"/>
            <a:ext cx="7485413" cy="2287587"/>
          </a:xfrm>
        </p:spPr>
        <p:txBody>
          <a:bodyPr anchor="ctr">
            <a:normAutofit/>
          </a:bodyPr>
          <a:lstStyle/>
          <a:p>
            <a:endParaRPr lang="en-US" sz="180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FA566D-BC48-4CB4-40E3-199C13AE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44" b="1"/>
          <a:stretch>
            <a:fillRect/>
          </a:stretch>
        </p:blipFill>
        <p:spPr>
          <a:xfrm>
            <a:off x="-9168" y="2763151"/>
            <a:ext cx="12201168" cy="4093262"/>
          </a:xfrm>
          <a:custGeom>
            <a:avLst/>
            <a:gdLst/>
            <a:ahLst/>
            <a:cxnLst/>
            <a:rect l="l" t="t" r="r" b="b"/>
            <a:pathLst>
              <a:path w="12201168" h="4093262">
                <a:moveTo>
                  <a:pt x="12201168" y="0"/>
                </a:moveTo>
                <a:lnTo>
                  <a:pt x="12201168" y="4093262"/>
                </a:lnTo>
                <a:lnTo>
                  <a:pt x="0" y="4093262"/>
                </a:lnTo>
                <a:lnTo>
                  <a:pt x="0" y="49771"/>
                </a:lnTo>
                <a:lnTo>
                  <a:pt x="344880" y="64399"/>
                </a:lnTo>
                <a:cubicBezTo>
                  <a:pt x="3386438" y="213466"/>
                  <a:pt x="6427997" y="534535"/>
                  <a:pt x="9469555" y="167599"/>
                </a:cubicBezTo>
                <a:cubicBezTo>
                  <a:pt x="10229945" y="75865"/>
                  <a:pt x="10990334" y="27132"/>
                  <a:pt x="11750723" y="796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33720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0AE133-6AB7-8878-A46F-9EC19139E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53F990-74AC-C008-AE98-5E4AD6732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✅ 3. TXT File Path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5AC93F1-4434-4EBF-53DB-B6A255CC55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3900" y="3012117"/>
            <a:ext cx="10744200" cy="263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43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6FD52-E39D-C371-6B7E-DCB4ED8FE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6DF32FC-4E26-7232-935F-4EFC51A81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272FEB4-1F78-FA87-419D-BCA859D64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FD44CF-7E13-448E-DC3D-E481F19A9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dirty="0"/>
              <a:t>4. Export / Write to File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865CDBA-3D43-F870-5A14-067FB3BDF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0560" y="1825625"/>
            <a:ext cx="104502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35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B51AC9-1B08-6C06-9F64-9410DAC0A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F69F27-9EC9-9E43-58C2-6D6F34656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✅ 5. Append to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568614-AE58-95C5-07D2-D9441E727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8898" y="1675227"/>
            <a:ext cx="717420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426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7B45D-A131-591F-927A-F1F6EC23B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6D651-3A58-5319-8068-F66E619ED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✅ 6. Read TXT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1C0AC8-8E89-F391-320B-849D9D25A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606" y="1606456"/>
            <a:ext cx="8541263" cy="364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04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FBAAA-1340-663C-3642-444B98D94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7E0D0-0041-0DD0-E413-3B81C86AC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✅ 7. Open File in Notepad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7476C9-4D99-497F-ECB1-3B334A17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11" y="1920011"/>
            <a:ext cx="4445228" cy="1816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981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46EA62-9AE3-1A41-37D8-14A3227ED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0B9317-FC60-4252-25A4-A7A8B2CD5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✅ Get-Process | Out-File $</a:t>
            </a:r>
            <a:r>
              <a:rPr lang="en-US" sz="3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txtFile</a:t>
            </a: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-Append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FC0696-D4CF-A08F-13D6-3A55DAF05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679" y="1806230"/>
            <a:ext cx="7613807" cy="51103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6B5DF7-D866-6233-02FE-A5F004924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390" y="2165701"/>
            <a:ext cx="5463160" cy="4007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60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12467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FC0D49-730D-A3B7-AF56-09414BF8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43467"/>
            <a:ext cx="2951205" cy="5571066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Practice  these commands</a:t>
            </a:r>
          </a:p>
        </p:txBody>
      </p:sp>
      <p:graphicFrame>
        <p:nvGraphicFramePr>
          <p:cNvPr id="17" name="Rectangle 1">
            <a:extLst>
              <a:ext uri="{FF2B5EF4-FFF2-40B4-BE49-F238E27FC236}">
                <a16:creationId xmlns:a16="http://schemas.microsoft.com/office/drawing/2014/main" id="{34F8A942-515A-D35F-069E-98029C8F7C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988607"/>
              </p:ext>
            </p:extLst>
          </p:nvPr>
        </p:nvGraphicFramePr>
        <p:xfrm>
          <a:off x="5207640" y="643466"/>
          <a:ext cx="6291714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92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62C6523-E9E9-CCD7-9465-09A96E84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2. CSV Files (.csv)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11545-551E-AD82-DC60-C13F4B39F5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81747" y="643466"/>
            <a:ext cx="5971838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279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1472E8-12CC-E663-28FA-41464B50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own Arrow 7">
            <a:extLst>
              <a:ext uri="{FF2B5EF4-FFF2-40B4-BE49-F238E27FC236}">
                <a16:creationId xmlns:a16="http://schemas.microsoft.com/office/drawing/2014/main" id="{D0003FDF-A7BD-9272-3DA1-DF7C57E67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ABDD1C-CA43-D1E9-1616-1D51A76565A6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Excel Files (.xlsx)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AF91483-74AB-ECD1-C3DD-913289511A15}"/>
                  </a:ext>
                </a:extLst>
              </p14:cNvPr>
              <p14:cNvContentPartPr/>
              <p14:nvPr/>
            </p14:nvContentPartPr>
            <p14:xfrm>
              <a:off x="8985393" y="5958720"/>
              <a:ext cx="158400" cy="226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AF91483-74AB-ECD1-C3DD-913289511A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31393" y="5850720"/>
                <a:ext cx="26604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C5B0CAE-7FF3-157A-1876-FCEC8CE827D9}"/>
                  </a:ext>
                </a:extLst>
              </p14:cNvPr>
              <p14:cNvContentPartPr/>
              <p14:nvPr/>
            </p14:nvContentPartPr>
            <p14:xfrm>
              <a:off x="9035433" y="6009480"/>
              <a:ext cx="140040" cy="144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C5B0CAE-7FF3-157A-1876-FCEC8CE827D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29329" y="6003375"/>
                <a:ext cx="152249" cy="1562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B42A01-16A6-1AB2-E341-486F48128D75}"/>
                  </a:ext>
                </a:extLst>
              </p14:cNvPr>
              <p14:cNvContentPartPr/>
              <p14:nvPr/>
            </p14:nvContentPartPr>
            <p14:xfrm>
              <a:off x="6744047" y="2706142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B42A01-16A6-1AB2-E341-486F48128D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37927" y="270002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74672F3-DDBA-4200-D3FA-51D629083A02}"/>
                  </a:ext>
                </a:extLst>
              </p14:cNvPr>
              <p14:cNvContentPartPr/>
              <p14:nvPr/>
            </p14:nvContentPartPr>
            <p14:xfrm>
              <a:off x="6327167" y="2620102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74672F3-DDBA-4200-D3FA-51D629083A0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21047" y="2613982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690332-BF0C-250A-49FD-CE40BAE7A119}"/>
                  </a:ext>
                </a:extLst>
              </p14:cNvPr>
              <p14:cNvContentPartPr/>
              <p14:nvPr/>
            </p14:nvContentPartPr>
            <p14:xfrm>
              <a:off x="5688887" y="238718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690332-BF0C-250A-49FD-CE40BAE7A11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682767" y="2381062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D071DFDE-255B-5570-AB0B-3FE85AC32153}"/>
              </a:ext>
            </a:extLst>
          </p:cNvPr>
          <p:cNvSpPr txBox="1"/>
          <p:nvPr/>
        </p:nvSpPr>
        <p:spPr>
          <a:xfrm>
            <a:off x="4387893" y="519854"/>
            <a:ext cx="61123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Get-Process |Export-csv sampleExcel.csv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4B0F5A5-A3F8-3ACF-3668-0B0418157F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16525" y="1574019"/>
            <a:ext cx="6997837" cy="481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340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37C22F-EA17-7C7D-43F3-169651F1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E394C8-8F6A-8C2C-D1AC-C9F7F7BEA874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4. Word Documents (.docx)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1452667-9DE8-6515-248C-9A23A6751B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3091" y="643466"/>
            <a:ext cx="6669149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19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8B1C4D-D61C-6C19-1800-C542B7F455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22721B-7345-1321-C654-E38FD2435878}"/>
              </a:ext>
            </a:extLst>
          </p:cNvPr>
          <p:cNvSpPr txBox="1"/>
          <p:nvPr/>
        </p:nvSpPr>
        <p:spPr>
          <a:xfrm>
            <a:off x="1028700" y="1967266"/>
            <a:ext cx="2628900" cy="2547257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5. Excel Files (.xlsx)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6EF4A27-04A6-15C2-9D76-C9E36FBCA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569" y="643466"/>
            <a:ext cx="3884194" cy="556873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6801DCE-2048-881B-BEB2-9C6F9A935C21}"/>
                  </a:ext>
                </a:extLst>
              </p14:cNvPr>
              <p14:cNvContentPartPr/>
              <p14:nvPr/>
            </p14:nvContentPartPr>
            <p14:xfrm>
              <a:off x="8985393" y="5958720"/>
              <a:ext cx="158400" cy="226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6801DCE-2048-881B-BEB2-9C6F9A935C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31753" y="5850720"/>
                <a:ext cx="266040" cy="44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D2D212E-2D80-6D8E-24A7-778AD844ACF0}"/>
                  </a:ext>
                </a:extLst>
              </p14:cNvPr>
              <p14:cNvContentPartPr/>
              <p14:nvPr/>
            </p14:nvContentPartPr>
            <p14:xfrm>
              <a:off x="9035433" y="6009480"/>
              <a:ext cx="140040" cy="144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D2D212E-2D80-6D8E-24A7-778AD844ACF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029329" y="6003375"/>
                <a:ext cx="152249" cy="1562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718300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46BEC-A1DD-28EF-C76D-5FE5C5B1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AD09-6C52-65A8-1FF7-D2353CE23E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Text File (.txt) –</a:t>
            </a:r>
          </a:p>
          <a:p>
            <a:r>
              <a:rPr lang="en-US" b="1" dirty="0"/>
              <a:t>Creating and Writing Text Files</a:t>
            </a:r>
            <a:br>
              <a:rPr lang="en-US" dirty="0"/>
            </a:br>
            <a:r>
              <a:rPr lang="en-US" dirty="0"/>
              <a:t>Write a PowerShell script that creates a folder C:\dsweek3, changes to it, and writes the following lines to a file called students.txt:</a:t>
            </a:r>
          </a:p>
          <a:p>
            <a:r>
              <a:rPr lang="en-US" dirty="0"/>
              <a:t>Alice</a:t>
            </a:r>
            <a:br>
              <a:rPr lang="en-US" dirty="0"/>
            </a:br>
            <a:r>
              <a:rPr lang="en-US" dirty="0"/>
              <a:t>Bob</a:t>
            </a:r>
            <a:br>
              <a:rPr lang="en-US" dirty="0"/>
            </a:br>
            <a:r>
              <a:rPr lang="en-US" dirty="0"/>
              <a:t>Charlie</a:t>
            </a:r>
          </a:p>
          <a:p>
            <a:r>
              <a:rPr lang="en-US" dirty="0"/>
              <a:t>Then, read the file content and display it on the console.</a:t>
            </a:r>
          </a:p>
          <a:p>
            <a:r>
              <a:rPr lang="en-US" b="1" dirty="0"/>
              <a:t>Appending Text</a:t>
            </a:r>
            <a:br>
              <a:rPr lang="en-US" dirty="0"/>
            </a:br>
            <a:r>
              <a:rPr lang="en-US" dirty="0"/>
              <a:t>Modify the script from Q1 to append the names David and Eve to the students.txt file without overwriting existing content. Display the updated content.</a:t>
            </a:r>
          </a:p>
          <a:p>
            <a:r>
              <a:rPr lang="en-US" b="1" dirty="0"/>
              <a:t>Exporting Command Output</a:t>
            </a:r>
            <a:br>
              <a:rPr lang="en-US" dirty="0"/>
            </a:br>
            <a:r>
              <a:rPr lang="en-US" dirty="0"/>
              <a:t>Write a PowerShell command to export the list of currently running processes to a text file called processes.txt in the C:\dsweek3 directory. Then, read the file to verify the output.</a:t>
            </a:r>
          </a:p>
          <a:p>
            <a:r>
              <a:rPr lang="en-US" b="1" dirty="0"/>
              <a:t>Opening Text Files</a:t>
            </a:r>
            <a:br>
              <a:rPr lang="en-US" dirty="0"/>
            </a:br>
            <a:r>
              <a:rPr lang="en-US" dirty="0"/>
              <a:t>Using PowerShell, write a script to open the students.txt file in Notepad. Explain what happens if the file does not exist.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1762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DB267D-49F9-4FB9-F238-02901DA61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Questions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1A3149-771A-9E92-1F3F-7F56E48AE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CSV File (.csv) 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Creating CSV Files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Write a PowerShell script to export the following data to students.csv: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Appending Rows to CSV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Extend the script from Q5 to add another row: Name = Charlie, Age = 28. Verify the updated CSV content.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Exporting Objects to CSV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Write a script to export the output of Get-Process to processes.csv. Include only the columns Name, Id, and CPU. Read the CSV and display the first 5 rows.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</a:rPr>
              <a:t>Opening CSV Files in Excel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</a:rPr>
              <a:t>Write a script that opens the students.csv file in Excel using PowerShell. Explain what command is used and why.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E66A463-12E0-A014-D584-CC5173D25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3409807"/>
              </p:ext>
            </p:extLst>
          </p:nvPr>
        </p:nvGraphicFramePr>
        <p:xfrm>
          <a:off x="5911532" y="2895351"/>
          <a:ext cx="5150278" cy="2892055"/>
        </p:xfrm>
        <a:graphic>
          <a:graphicData uri="http://schemas.openxmlformats.org/drawingml/2006/table">
            <a:tbl>
              <a:tblPr firstRow="1" bandRow="1"/>
              <a:tblGrid>
                <a:gridCol w="4183537">
                  <a:extLst>
                    <a:ext uri="{9D8B030D-6E8A-4147-A177-3AD203B41FA5}">
                      <a16:colId xmlns:a16="http://schemas.microsoft.com/office/drawing/2014/main" val="3299736060"/>
                    </a:ext>
                  </a:extLst>
                </a:gridCol>
                <a:gridCol w="966741">
                  <a:extLst>
                    <a:ext uri="{9D8B030D-6E8A-4147-A177-3AD203B41FA5}">
                      <a16:colId xmlns:a16="http://schemas.microsoft.com/office/drawing/2014/main" val="2001280219"/>
                    </a:ext>
                  </a:extLst>
                </a:gridCol>
              </a:tblGrid>
              <a:tr h="539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Name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Age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0739798"/>
                  </a:ext>
                </a:extLst>
              </a:tr>
              <a:tr h="539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Alice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25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5431234"/>
                  </a:ext>
                </a:extLst>
              </a:tr>
              <a:tr h="5391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Bob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30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3385432"/>
                  </a:ext>
                </a:extLst>
              </a:tr>
              <a:tr h="12744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Then read the CSV file and display its content in a table format.</a:t>
                      </a:r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400"/>
                    </a:p>
                  </a:txBody>
                  <a:tcPr marL="122545" marR="122545" marT="61272" marB="612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499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658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8C310-5380-45D2-80F1-E9124159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DDC06-DB29-BE98-FBFB-15F2E7F47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Text File (.txt) – 2 Questions</a:t>
            </a:r>
          </a:p>
          <a:p>
            <a:r>
              <a:rPr lang="en-US" b="1" dirty="0"/>
              <a:t>Q1. Creating, Writing, and Exporting Data</a:t>
            </a:r>
            <a:br>
              <a:rPr lang="en-US" dirty="0"/>
            </a:br>
            <a:r>
              <a:rPr lang="en-US" dirty="0"/>
              <a:t>Write a PowerShell script that:</a:t>
            </a:r>
          </a:p>
          <a:p>
            <a:r>
              <a:rPr lang="en-US" dirty="0"/>
              <a:t>Creates a folder C:\dsweek3.</a:t>
            </a:r>
          </a:p>
          <a:p>
            <a:r>
              <a:rPr lang="en-US" dirty="0"/>
              <a:t>Changes the current directory to it.</a:t>
            </a:r>
          </a:p>
          <a:p>
            <a:r>
              <a:rPr lang="en-US" dirty="0"/>
              <a:t>Writes the following lines to a file called students.txt:</a:t>
            </a:r>
          </a:p>
          <a:p>
            <a:r>
              <a:rPr lang="en-US" dirty="0"/>
              <a:t>Alice</a:t>
            </a:r>
          </a:p>
          <a:p>
            <a:r>
              <a:rPr lang="en-US" dirty="0"/>
              <a:t>Bob</a:t>
            </a:r>
          </a:p>
          <a:p>
            <a:r>
              <a:rPr lang="en-US" dirty="0"/>
              <a:t>Charlie</a:t>
            </a:r>
          </a:p>
          <a:p>
            <a:r>
              <a:rPr lang="en-US" dirty="0"/>
              <a:t>Uses Get-Process to export all running processes to a file called processes.txt using Export-Csv.</a:t>
            </a:r>
          </a:p>
          <a:p>
            <a:r>
              <a:rPr lang="en-US" dirty="0"/>
              <a:t>Reads both students.txt and processes.txt and displays their content on the console.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68015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727C1-B2C6-B54A-6F60-BBDC438F7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5A495-AA11-4DB8-F69A-D0C3E3391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B362E4-9B24-AE4A-C436-A8147062000E}"/>
              </a:ext>
            </a:extLst>
          </p:cNvPr>
          <p:cNvSpPr txBox="1"/>
          <p:nvPr/>
        </p:nvSpPr>
        <p:spPr>
          <a:xfrm>
            <a:off x="926672" y="1690688"/>
            <a:ext cx="101259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Q2. Appending and Opening Files</a:t>
            </a:r>
            <a:br>
              <a:rPr lang="en-US" dirty="0"/>
            </a:br>
            <a:r>
              <a:rPr lang="en-US" dirty="0"/>
              <a:t>Modify the script from Q1 to:</a:t>
            </a:r>
          </a:p>
          <a:p>
            <a:pPr>
              <a:buFont typeface="+mj-lt"/>
              <a:buAutoNum type="arabicPeriod"/>
            </a:pPr>
            <a:r>
              <a:rPr lang="en-US" dirty="0"/>
              <a:t>Append the names </a:t>
            </a:r>
            <a:r>
              <a:rPr lang="en-US" dirty="0">
                <a:latin typeface="Courier New" panose="02070309020205020404" pitchFamily="49" charset="0"/>
              </a:rPr>
              <a:t>David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Eve</a:t>
            </a:r>
            <a:r>
              <a:rPr lang="en-US" dirty="0"/>
              <a:t> to the </a:t>
            </a:r>
            <a:r>
              <a:rPr lang="en-US" dirty="0">
                <a:latin typeface="Courier New" panose="02070309020205020404" pitchFamily="49" charset="0"/>
              </a:rPr>
              <a:t>students.txt</a:t>
            </a:r>
            <a:r>
              <a:rPr lang="en-US" dirty="0"/>
              <a:t> file using </a:t>
            </a:r>
            <a:r>
              <a:rPr lang="en-US" dirty="0">
                <a:latin typeface="Courier New" panose="02070309020205020404" pitchFamily="49" charset="0"/>
              </a:rPr>
              <a:t>Out-File -Append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Add another process entry (e.g., using </a:t>
            </a:r>
            <a:r>
              <a:rPr lang="en-US" dirty="0">
                <a:latin typeface="Courier New" panose="02070309020205020404" pitchFamily="49" charset="0"/>
              </a:rPr>
              <a:t>Get-Process | Select-Object Name, Id, CPU | Export-Csv -Append</a:t>
            </a:r>
            <a:r>
              <a:rPr lang="en-US" dirty="0"/>
              <a:t>) to </a:t>
            </a:r>
            <a:r>
              <a:rPr lang="en-US" dirty="0">
                <a:latin typeface="Courier New" panose="02070309020205020404" pitchFamily="49" charset="0"/>
              </a:rPr>
              <a:t>processes.txt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Open </a:t>
            </a:r>
            <a:r>
              <a:rPr lang="en-US" dirty="0">
                <a:latin typeface="Courier New" panose="02070309020205020404" pitchFamily="49" charset="0"/>
              </a:rPr>
              <a:t>students.txt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</a:rPr>
              <a:t>processes.txt</a:t>
            </a:r>
            <a:r>
              <a:rPr lang="en-US" dirty="0"/>
              <a:t> in Notepad using </a:t>
            </a:r>
            <a:r>
              <a:rPr lang="en-US" dirty="0">
                <a:latin typeface="Courier New" panose="02070309020205020404" pitchFamily="49" charset="0"/>
              </a:rPr>
              <a:t>Start-Process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901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bb8c0a-13a3-4a50-8c81-ac259c1da214}" enabled="1" method="Privileged" siteId="{2f03436d-45af-4de9-86d8-2b058049c32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629</Words>
  <Application>Microsoft Office PowerPoint</Application>
  <PresentationFormat>Widescreen</PresentationFormat>
  <Paragraphs>74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Powershell File Processing</vt:lpstr>
      <vt:lpstr>1. Text Files (.txt)</vt:lpstr>
      <vt:lpstr>✅ 1. Create Directory</vt:lpstr>
      <vt:lpstr>✅ 2. Change to Directory</vt:lpstr>
      <vt:lpstr>✅ 3. TXT File Path</vt:lpstr>
      <vt:lpstr>4. Export / Write to File</vt:lpstr>
      <vt:lpstr>✅ 5. Append to File</vt:lpstr>
      <vt:lpstr>✅ 6. Read TXT File</vt:lpstr>
      <vt:lpstr>✅ 7. Open File in Notepad</vt:lpstr>
      <vt:lpstr>✅ Get-Process | Out-File $txtFile -Append</vt:lpstr>
      <vt:lpstr>Practice  these commands</vt:lpstr>
      <vt:lpstr>2. CSV Files (.csv)</vt:lpstr>
      <vt:lpstr>PowerPoint Presentation</vt:lpstr>
      <vt:lpstr>PowerPoint Presentation</vt:lpstr>
      <vt:lpstr>PowerPoint Presentation</vt:lpstr>
      <vt:lpstr>Questions </vt:lpstr>
      <vt:lpstr>Questions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Godwin Ntow Danso</dc:creator>
  <cp:lastModifiedBy>Godwin Ntow Danso</cp:lastModifiedBy>
  <cp:revision>25</cp:revision>
  <dcterms:created xsi:type="dcterms:W3CDTF">2026-02-22T11:05:00Z</dcterms:created>
  <dcterms:modified xsi:type="dcterms:W3CDTF">2026-02-22T20:32:03Z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 - Public</vt:lpwstr>
  </property>
</Properties>
</file>