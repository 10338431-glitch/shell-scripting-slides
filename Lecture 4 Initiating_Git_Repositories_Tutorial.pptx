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60" r:id="rId13"/>
    <p:sldId id="279" r:id="rId14"/>
    <p:sldId id="280" r:id="rId15"/>
    <p:sldId id="282" r:id="rId16"/>
    <p:sldId id="283" r:id="rId17"/>
    <p:sldId id="284" r:id="rId18"/>
    <p:sldId id="285" r:id="rId19"/>
    <p:sldId id="286" r:id="rId20"/>
    <p:sldId id="261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396" autoAdjust="0"/>
  </p:normalViewPr>
  <p:slideViewPr>
    <p:cSldViewPr snapToGrid="0" snapToObjects="1">
      <p:cViewPr varScale="1">
        <p:scale>
          <a:sx n="86" d="100"/>
          <a:sy n="86" d="100"/>
        </p:scale>
        <p:origin x="18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39B09-DC34-45B3-841F-842F714B809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C33C7-39D7-4E23-A49A-0F247F41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3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Version control systems track changes to files over time. They allow collaboration, rollback to previous versions, and maintain integrity. Git is a distributed system where each user has a full repository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 enables developers to track changes efficiently. It supports powerful branching and merging features, allowing parallel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installation, verify Git using 'git --version'. Proper installation ensures command-line access to Git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CC527-86BA-C8A7-3ACB-F0A71A675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93363-8CDB-9598-2F9C-0C89A7F68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004C0-9998-4421-D082-9E2A607B2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installation, verify Git using 'git --version'. Proper installation ensures command-line access to Git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C6888-7365-5403-6DA2-442E977E6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34578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7A96-BBDF-0620-0917-DC77A981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00B7D-E28E-24DD-6507-C47316FFB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0AEFF-E896-7D1A-8920-67031C0C3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installation, verify Git using 'git --version'. Proper installation ensures command-line access to Git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64BA1-E9C2-0022-4B95-32595E0E9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215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D95E-1167-8A06-5FB0-26F20633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26C2A-E312-A407-73CF-5F29A640C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9C2DD-68A3-C708-F59A-EBA7EB1B3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installation, verify Git using 'git --version'. Proper installation ensures command-line access to Git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5610B-7494-D46A-5215-76D140664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4937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14A2-DA69-4CBC-D841-EE6AD8A3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764AE-0D33-E39B-40ED-1702FD87F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516C3-DC78-8020-FE36-DD5F2E80C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installation, verify Git using 'git --version'. Proper installation ensures command-line access to Git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CD2F0-70DD-9188-6B4A-687751B9F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10422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F082-081B-F253-099D-56118F62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7818D-91BF-58A5-00F1-19A315D48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FC021-E0B7-B265-80F2-ED38D6D72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installation, verify Git using 'git --version'. Proper installation ensures command-line access to Git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DDEDA-1706-33C6-9E37-6066A8F37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672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026A-0BAF-E67A-DB55-77F7D393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81E76-BD85-BDF0-0849-F251C9827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13293-2B8A-0EA7-561D-35E11C921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installation, verify Git using 'git --version'. Proper installation ensures command-line access to Git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AA050-822A-CABF-CB1C-2A352086C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19805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8A3C-0B87-B950-1C7D-1B079307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F869F-C7C9-FCEB-138C-AADD8D473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C0000-781C-11BC-4C28-36C45C9A8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4463D-086D-EEBD-DA50-A940B635D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1164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C0E44-4C20-2F41-E0E0-75C9C92F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4B5D3-9C92-C66E-AD1A-B497E4A1B0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72DD9-12BC-BF36-29A7-DC725481F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3340F-B8FB-E820-0715-518A843A4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10580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55B7-0496-71F7-A6AC-CA164469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306F6-8A3C-B84B-38FC-8E2E1A131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5CBC0-7151-0D72-2DAE-55377F527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A9770-D5FE-01C4-B721-EB3AA2391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28924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0D460-6116-D0B9-4C20-10C460C2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A1E03-410D-0FD1-4541-6E5E885CC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5781E-FDAF-7D00-BECF-7408FC19F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2C495-570E-1A17-A9F8-6989D6403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20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F2CD-0DFC-C339-05C9-3BCCFF484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C5A53-888A-33FC-1345-67664F205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81983-4B07-5437-745C-ECAD09A81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92D7D-8359-779E-67E3-C66CB8CB9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27958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F3A4-F45A-8F63-D293-A366D77F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CF8D5-B7B7-0D2D-863D-69D343FFDF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2DDBB-B3DD-F6E7-99E6-D41A6CE97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80266-997E-D32D-677C-DC8861108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803764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154C-2B3A-DE87-A7AC-2FE78C9C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15C85-B82B-A67A-7F2D-29CC86638D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EE42A-6C7C-EAF0-4689-9E11055B5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8A757-F1EB-797B-868B-4314ADFEC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10554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E77F2-11E9-343C-6C91-3BF75731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17F83-879B-759B-D095-6871D77F0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D00BB-575C-A029-6157-B6A7FF144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git config --global user.name and user.email to configure identity. These details appear in commit history.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C698C-5DBD-B37A-A195-B5BF815FE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58147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6D251-1AD6-ED9C-C31B-CADAB7F9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C9211-A1C9-5E2A-13D5-901CE2D79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FE4A9-30F0-E030-78C2-128C2039D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D35EB-E4DC-067C-EA9A-9CBE00054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137992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0A30D-2C99-F219-69A8-17A48F38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F3947-DAB4-E886-C964-3C0333149C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3F9AB-A231-F42C-9BAB-1619684FC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5BFAF-85B7-88F2-433A-8BC2DCCA8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2753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0CCB-9A90-A83B-FD2A-E962CCD52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C879F-522E-2CD9-BAB2-74BF57C5E5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5F06C-D62A-D24C-694F-67DACD644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3D56C-6881-A1BF-D78F-50ABB11C1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82127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7433-68B1-36E0-BA34-2E0681FA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9C00D-34B8-E827-1041-7DF3B41D42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C0D6C-D36E-FF27-CB99-C75DA5C81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20808-5812-026D-18A3-06EBA25BE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1730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109CC-DF49-51AA-63D5-552F3C6C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69FAA-FD14-611A-32C3-01228722A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ED13B-F7B4-44D0-B566-EB23200AB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47E63-1768-C485-A4BF-EA5C5E1C4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35091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D334-E343-62EE-E812-F5451654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708BC-AC95-7BEB-7788-D477CFBA8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DE3B4C-402E-B411-DAF0-0C1A8EFE8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C149E-51A6-3440-8BA9-F9A2B27EE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3730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0346B-A2F8-5C7D-5A95-B619E7DB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1564B-FD72-4B18-DCCE-3E2A6E218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DA2D7-392C-1845-3D40-4A5B40C80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250E7-416B-6378-0F5E-53EC8DEFB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92982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4BA3-10EC-8EE5-80DE-354F0B809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AC337-E96F-B0AE-05C4-28FFF9FC0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EE3DA-E162-F235-87A1-2C0035CF3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BEC3B-EC58-9EB6-4013-8BD155361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45974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75C23-8044-BFAB-AED3-990C4A4B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371CB-7EAC-E977-CDC8-772A69AA6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1AF25-630F-E7F7-8387-9AE4B2873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5C8E4-0499-C8BE-649E-747B567CA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90036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2130-DF8A-1D6F-782E-1ED74AED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8131F-DFA3-CFF4-7945-6A0B80616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EA5D8-A88D-4AC9-D5A0-4DC2974D3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9096C-C165-C17C-F958-38A6F7250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41915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F8A2-95B7-20F6-17FB-93BB8686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2D3C2-85B0-5E56-4792-4DF0792B3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F6932-DB79-FED4-5C51-3E459C504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432AB-8B26-5EBB-C2ED-B945A2EA4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811850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3ED4-958B-3530-AE25-03FFB8CE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88D6F-81E8-3C86-7456-5A147C946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C2A39-3C3F-01E2-2646-D92AF5763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89C2F-BFC4-8ED0-1873-A4BF2FB6B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3933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E37C-91A9-523C-782E-8F884543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11969-116C-C6D9-6ABC-9851935C1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381AC-C2DF-56EF-9CB2-189ACB945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7D3F5-0A4B-B17E-9E59-BA4449644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066639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D34D4-10F5-DF5C-DD17-77F7034D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52D00-9408-4657-A6B6-EC02EDB7B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2FFA8-268C-C5D9-AC71-5B232994E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8B0F8-1379-429F-0830-A92D881A5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797911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C12E-670B-1356-A1AC-D4C9A75A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26CA9-4574-B526-28C9-0AD0C59C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6226E-CA99-294B-E9DA-08E2516B3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5CA72-0E72-3C07-CD34-B906C5A1B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34066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3F44-CE54-05E9-58F8-11AE12EF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08967-5E49-7485-ED75-4671EC6D4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E21BF-CFC3-DEEB-FBFD-66DD0DC84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24F04-E933-3A74-2187-BA9B7BE23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048638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9086-08CD-D0E7-7324-71F7497B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2182B-2D65-4D94-2ACA-AAEA7638F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C3D0C-2DE2-A945-A927-D831026A9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FB814-3724-6BC0-23AB-C9929F1EB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11489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5350-12CC-509B-A3B0-BA4D14AC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728BD-7EAA-21F9-5920-42B707A7E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7CA92-EE80-F0AE-4F78-EFBC7E02C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60B55-FACB-EA2B-AFD8-F412A7C25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512367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7DCCF-DC79-CC1B-C204-A5DC568C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F3E51-31D5-4091-A812-A4A976AEB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2BEFC-65ED-BDBD-7561-446A376E9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E8F84-8F87-2676-60FE-8D28A3B67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81185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4F3C-C0E9-4045-BBEC-C4811C56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F3D78-26B8-B013-9F42-7D80B62A69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A0CE2-A02F-6642-D308-271DB6AD7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CD429-F434-B7AC-B436-ECBDF0B64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475047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F37B-379C-B8F1-5461-0013F849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0747B-6C6E-4D0E-DA34-1F73148748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4BFC3-45A3-7C9B-7872-0EEFD3AAE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46714-9E0D-A236-8B67-EBD838FAC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6716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8F3D-088B-DA13-139C-E839C83E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99B80-1728-CF6F-4F5C-7239247C1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FEAF3-FDB6-CAD2-DF47-1DAAC7F59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55495-4EBE-A532-EA18-512AD6E75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565468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CC67-C511-560A-1AB0-227F3D7D9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27A36-75CA-9727-2D8D-AD8CD54DB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4DD12-EFD7-5222-6C38-C8DC5D465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87316-C727-ED72-AD94-958AB7BE2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697332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41290-C30C-3616-42AC-BEF66C14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CD901-414F-86DD-3065-5BAC694A8C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0787B-15CC-9392-4B70-02EDD5E93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git init command initializes a new repository. The .git folder stores all version history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2C2B3-7070-2F70-E1E3-90C2FABA4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75786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5C850-671A-9A7E-D609-084B14A56F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461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 - 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Initiating Git Repositories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version control?</a:t>
            </a:r>
          </a:p>
          <a:p>
            <a:pPr lvl="1"/>
            <a:r>
              <a:t>Importance in software development</a:t>
            </a:r>
          </a:p>
          <a:p>
            <a:pPr lvl="1"/>
            <a:r>
              <a:t>Centralized vs Distributed systems</a:t>
            </a:r>
          </a:p>
          <a:p>
            <a:pPr lvl="1"/>
            <a:r>
              <a:t>Role of Git in modern workflows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E7357-9547-6604-17F7-96B759701B2C}"/>
              </a:ext>
            </a:extLst>
          </p:cNvPr>
          <p:cNvSpPr txBox="1"/>
          <p:nvPr/>
        </p:nvSpPr>
        <p:spPr>
          <a:xfrm>
            <a:off x="538974" y="4591619"/>
            <a:ext cx="8404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Version control systems track changes to files over time. </a:t>
            </a:r>
          </a:p>
          <a:p>
            <a:r>
              <a:rPr lang="en-US" b="1" dirty="0"/>
              <a:t>They allow collaboration, rollback to previous versions, and maintain integrity. </a:t>
            </a:r>
          </a:p>
          <a:p>
            <a:r>
              <a:rPr lang="en-US" b="1" dirty="0"/>
              <a:t>Git is a distributed system where each user has a full repository copy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Version Control System</a:t>
            </a:r>
          </a:p>
          <a:p>
            <a:pPr lvl="1"/>
            <a:r>
              <a:t>Efficient file tracking</a:t>
            </a:r>
          </a:p>
          <a:p>
            <a:pPr lvl="1"/>
            <a:r>
              <a:t>Supports branching and merging</a:t>
            </a:r>
          </a:p>
          <a:p>
            <a:pPr lvl="1"/>
            <a:r>
              <a:t>Open-source and widely adopted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Installing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from git-scm.com</a:t>
            </a:r>
          </a:p>
          <a:p>
            <a:pPr lvl="1"/>
            <a:r>
              <a:t>Install on Windows/macOS/Linux</a:t>
            </a:r>
          </a:p>
          <a:p>
            <a:pPr lvl="1"/>
            <a:r>
              <a:t>Verify with git --version</a:t>
            </a:r>
          </a:p>
          <a:p>
            <a:pPr lvl="1"/>
            <a:r>
              <a:t>Set initial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9A2E-005A-519D-F21C-4B8BD1EDB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882E-D0D7-A967-538D-C415DAD0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Installing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74CA2-9A74-3143-B7AA-E16821DED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How to Install Git</a:t>
            </a:r>
          </a:p>
          <a:p>
            <a:r>
              <a:rPr lang="en-US" dirty="0"/>
              <a:t>You can download Git for free from </a:t>
            </a:r>
            <a:r>
              <a:rPr lang="en-US" dirty="0">
                <a:hlinkClick r:id="rId3"/>
              </a:rPr>
              <a:t>git-scm.com</a:t>
            </a:r>
            <a:r>
              <a:rPr lang="en-US" dirty="0"/>
              <a:t>.</a:t>
            </a:r>
          </a:p>
          <a:p>
            <a:r>
              <a:rPr lang="en-US" b="1" dirty="0"/>
              <a:t>Windows:</a:t>
            </a:r>
            <a:r>
              <a:rPr lang="en-US" dirty="0"/>
              <a:t> Download and run the installer.</a:t>
            </a:r>
            <a:br>
              <a:rPr lang="en-US" dirty="0"/>
            </a:br>
            <a:r>
              <a:rPr lang="en-US" dirty="0"/>
              <a:t>Click "Next" to accept the recommended settings.</a:t>
            </a:r>
            <a:br>
              <a:rPr lang="en-US" dirty="0"/>
            </a:br>
            <a:r>
              <a:rPr lang="en-US" dirty="0"/>
              <a:t>This will install Git and Git Bash.</a:t>
            </a:r>
          </a:p>
          <a:p>
            <a:r>
              <a:rPr lang="en-US" b="1" dirty="0"/>
              <a:t>macOS:</a:t>
            </a:r>
            <a:r>
              <a:rPr lang="en-US" dirty="0"/>
              <a:t> If you use Homebrew, open Terminal and type brew install git.</a:t>
            </a:r>
            <a:br>
              <a:rPr lang="en-US" dirty="0"/>
            </a:br>
            <a:r>
              <a:rPr lang="en-US" dirty="0"/>
              <a:t>Or, download the .dmg file and drag Git to your Applications folder.</a:t>
            </a:r>
          </a:p>
          <a:p>
            <a:r>
              <a:rPr lang="en-US" b="1" dirty="0"/>
              <a:t>Linux:</a:t>
            </a:r>
            <a:r>
              <a:rPr lang="en-US" dirty="0"/>
              <a:t> Open your terminal and use your package manager.</a:t>
            </a:r>
            <a:br>
              <a:rPr lang="en-US" dirty="0"/>
            </a:br>
            <a:r>
              <a:rPr lang="en-US" dirty="0"/>
              <a:t>For example, on Ubuntu: </a:t>
            </a:r>
            <a:r>
              <a:rPr lang="en-US" dirty="0" err="1"/>
              <a:t>sudo</a:t>
            </a:r>
            <a:r>
              <a:rPr lang="en-US" dirty="0"/>
              <a:t> apt-get install git</a:t>
            </a:r>
          </a:p>
        </p:txBody>
      </p:sp>
    </p:spTree>
    <p:extLst>
      <p:ext uri="{BB962C8B-B14F-4D97-AF65-F5344CB8AC3E}">
        <p14:creationId xmlns:p14="http://schemas.microsoft.com/office/powerpoint/2010/main" val="286731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434D-BC83-266F-5C47-DCEC89CC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9117-9440-A9F1-BA18-857213F3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Installing Git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BE880-FB15-B5AB-9D23-E2F253A20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32" y="1417638"/>
            <a:ext cx="7676902" cy="54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EABEC-685A-3F70-E81F-2F1C50EC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E9E9D-C231-891D-8233-BFC109B7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Installing Git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27880-AD96-6996-AD10-093747606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21" y="1459637"/>
            <a:ext cx="6281004" cy="526034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836FBE-595C-28C8-C09C-E9ABF7FD61BC}"/>
              </a:ext>
            </a:extLst>
          </p:cNvPr>
          <p:cNvCxnSpPr/>
          <p:nvPr/>
        </p:nvCxnSpPr>
        <p:spPr>
          <a:xfrm flipH="1">
            <a:off x="3300761" y="2118732"/>
            <a:ext cx="2341756" cy="53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C3643F-B3B7-092D-6B7E-2CD89B254C1B}"/>
              </a:ext>
            </a:extLst>
          </p:cNvPr>
          <p:cNvCxnSpPr/>
          <p:nvPr/>
        </p:nvCxnSpPr>
        <p:spPr>
          <a:xfrm flipH="1">
            <a:off x="3624146" y="3045456"/>
            <a:ext cx="2341756" cy="53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131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973FD-F87B-676C-6E88-1F6BDC73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E09EB8-E62D-8A39-9CC8-67CF5D58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BD59B-4638-01B1-D9D3-67CF5266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Installing Git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8D9986-C291-F2A9-2BE5-18568613DFE7}"/>
              </a:ext>
            </a:extLst>
          </p:cNvPr>
          <p:cNvCxnSpPr/>
          <p:nvPr/>
        </p:nvCxnSpPr>
        <p:spPr>
          <a:xfrm flipH="1">
            <a:off x="3300761" y="2118732"/>
            <a:ext cx="2341756" cy="53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713753-709F-F4D1-DE26-A50F9226F4A2}"/>
              </a:ext>
            </a:extLst>
          </p:cNvPr>
          <p:cNvCxnSpPr/>
          <p:nvPr/>
        </p:nvCxnSpPr>
        <p:spPr>
          <a:xfrm flipH="1">
            <a:off x="3624146" y="3045456"/>
            <a:ext cx="2341756" cy="53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4A62FB-C7F4-E5A6-8AF8-0C0AA2B7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00" y="1657533"/>
            <a:ext cx="6274122" cy="49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4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875B6-2879-73CE-16B2-58E72B67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016697-4FFA-9FB6-8CD3-26DC77D96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A11FC-CCBA-A79D-9154-46CC1E7C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Installing Git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891A31-B4D7-89B2-638D-5626D701FC21}"/>
              </a:ext>
            </a:extLst>
          </p:cNvPr>
          <p:cNvCxnSpPr/>
          <p:nvPr/>
        </p:nvCxnSpPr>
        <p:spPr>
          <a:xfrm flipH="1">
            <a:off x="3300761" y="2118732"/>
            <a:ext cx="2341756" cy="53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3CC808-332A-7082-D061-6BE3F6D7E075}"/>
              </a:ext>
            </a:extLst>
          </p:cNvPr>
          <p:cNvCxnSpPr/>
          <p:nvPr/>
        </p:nvCxnSpPr>
        <p:spPr>
          <a:xfrm flipH="1">
            <a:off x="3624146" y="3045456"/>
            <a:ext cx="2341756" cy="53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F20EE2C-5531-862A-BA94-44F8ADF91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15" y="1280044"/>
            <a:ext cx="4647353" cy="27478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87BD83-E7B8-87D1-D730-AC6230834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15" y="4197482"/>
            <a:ext cx="6847861" cy="32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80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7703F-7DFD-8E02-B5DF-EE25149A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E57F94-0321-C922-EF0C-09398639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A4E18-7B2B-637D-4A3D-AACA46EA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Installing Git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FC5D8C-F175-09B5-17AD-67D417C6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564" y="2762692"/>
            <a:ext cx="6847861" cy="32577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9F9E0-9A04-1C8A-6DBB-7BBB972DA2C3}"/>
              </a:ext>
            </a:extLst>
          </p:cNvPr>
          <p:cNvSpPr txBox="1"/>
          <p:nvPr/>
        </p:nvSpPr>
        <p:spPr>
          <a:xfrm>
            <a:off x="1334428" y="1564881"/>
            <a:ext cx="7491164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Git Bash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Git Bash is a terminal for Windows that lets you use Git commands.</a:t>
            </a:r>
          </a:p>
        </p:txBody>
      </p:sp>
    </p:spTree>
    <p:extLst>
      <p:ext uri="{BB962C8B-B14F-4D97-AF65-F5344CB8AC3E}">
        <p14:creationId xmlns:p14="http://schemas.microsoft.com/office/powerpoint/2010/main" val="282880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9CB20-4ABA-5724-9F31-7D4C99E7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C754D-EABB-F1A8-66B7-8BB763DB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16" y="640163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Configuring Git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7224E-4C2C-14D7-0D2F-954196D69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56" y="2059259"/>
            <a:ext cx="6255086" cy="40101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E99F59-F907-4171-0261-59ADFB033456}"/>
              </a:ext>
            </a:extLst>
          </p:cNvPr>
          <p:cNvSpPr txBox="1"/>
          <p:nvPr/>
        </p:nvSpPr>
        <p:spPr>
          <a:xfrm>
            <a:off x="3046838" y="1569793"/>
            <a:ext cx="152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Git  Bush</a:t>
            </a:r>
          </a:p>
        </p:txBody>
      </p:sp>
    </p:spTree>
    <p:extLst>
      <p:ext uri="{BB962C8B-B14F-4D97-AF65-F5344CB8AC3E}">
        <p14:creationId xmlns:p14="http://schemas.microsoft.com/office/powerpoint/2010/main" val="111245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Set username</a:t>
            </a:r>
          </a:p>
          <a:p>
            <a:pPr lvl="1"/>
            <a:r>
              <a:rPr dirty="0"/>
              <a:t>Set email address</a:t>
            </a:r>
          </a:p>
          <a:p>
            <a:pPr lvl="1"/>
            <a:r>
              <a:rPr dirty="0"/>
              <a:t>Configure default editor</a:t>
            </a:r>
          </a:p>
          <a:p>
            <a:pPr lvl="1"/>
            <a:r>
              <a:rPr dirty="0"/>
              <a:t>Check configuration using git config --list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AE21B-31DB-E504-530B-92795916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C700E-B47D-A455-0885-596A3BF9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US" sz="3500"/>
              <a:t>Configuring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254E-496E-EC9B-A29A-6884C40AD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138" y="1459907"/>
            <a:ext cx="7631722" cy="767904"/>
          </a:xfrm>
        </p:spPr>
        <p:txBody>
          <a:bodyPr anchor="ctr">
            <a:normAutofit/>
          </a:bodyPr>
          <a:lstStyle/>
          <a:p>
            <a:pPr lvl="1" algn="ctr"/>
            <a:r>
              <a:rPr lang="en-US" sz="1700" dirty="0"/>
              <a:t>Set username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24D70-EA4F-B35A-65BE-9A9346EF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5" y="2964816"/>
            <a:ext cx="7886696" cy="278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33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A70E6-59AA-0341-B2C0-4A55BB7D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67293F-4703-1240-0AEB-004A0771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15B81-60A6-2231-CB9F-B97E087C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US" sz="3500"/>
              <a:t>Configuring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8012C-AE1E-6709-DCA3-A9C21248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138" y="1459907"/>
            <a:ext cx="7631722" cy="767904"/>
          </a:xfrm>
        </p:spPr>
        <p:txBody>
          <a:bodyPr anchor="ctr">
            <a:normAutofit/>
          </a:bodyPr>
          <a:lstStyle/>
          <a:p>
            <a:pPr lvl="1"/>
            <a:r>
              <a:rPr lang="en-US" sz="1800"/>
              <a:t>Set username</a:t>
            </a:r>
          </a:p>
          <a:p>
            <a:pPr lvl="1"/>
            <a:r>
              <a:rPr lang="en-US" sz="1800"/>
              <a:t>Set email address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EAF70F-DE59-2199-118C-BCAD840D5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95" y="2228788"/>
            <a:ext cx="6979009" cy="24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98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FE53C-CEF9-33D1-C00E-B933EAE7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629A9D-CBB8-BC87-C6CA-670B69644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085DE-3369-FC0F-21F9-0C63BC58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US" sz="3500"/>
              <a:t>Configuring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5F724-ECCC-6647-E9C3-921609140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138" y="1459907"/>
            <a:ext cx="7631722" cy="767904"/>
          </a:xfrm>
        </p:spPr>
        <p:txBody>
          <a:bodyPr anchor="ctr">
            <a:normAutofit/>
          </a:bodyPr>
          <a:lstStyle/>
          <a:p>
            <a:pPr lvl="1"/>
            <a:r>
              <a:rPr lang="en-US" sz="1800" dirty="0"/>
              <a:t>Git config --list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2EEED-2DC9-321A-1285-111776D7E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3" y="2358115"/>
            <a:ext cx="8306227" cy="454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57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9CE32-117D-00E2-10AE-23935D73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DD622D6-F880-7125-C691-EEDE3F522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9CAB8D-3DB0-7A94-FDD6-457E81C8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US" sz="3500"/>
              <a:t>Configuring 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E067A-E67A-FBB1-D640-CDEFE1872CD6}"/>
              </a:ext>
            </a:extLst>
          </p:cNvPr>
          <p:cNvSpPr txBox="1"/>
          <p:nvPr/>
        </p:nvSpPr>
        <p:spPr>
          <a:xfrm>
            <a:off x="821473" y="1459907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View a Specific Setting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A158BD-DE4B-D0A3-F99C-164C52D76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42" y="2282766"/>
            <a:ext cx="6388428" cy="22924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5CF729-EED7-5FA8-C2BF-F2C8DDAD67C3}"/>
              </a:ext>
            </a:extLst>
          </p:cNvPr>
          <p:cNvSpPr txBox="1"/>
          <p:nvPr/>
        </p:nvSpPr>
        <p:spPr>
          <a:xfrm>
            <a:off x="499428" y="5347285"/>
            <a:ext cx="4586868" cy="133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Use : Clear  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endParaRPr 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  clear  the screen </a:t>
            </a:r>
          </a:p>
        </p:txBody>
      </p:sp>
    </p:spTree>
    <p:extLst>
      <p:ext uri="{BB962C8B-B14F-4D97-AF65-F5344CB8AC3E}">
        <p14:creationId xmlns:p14="http://schemas.microsoft.com/office/powerpoint/2010/main" val="2987351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9475C-4007-1B32-E20C-21B12C1A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01FDC4-EFDC-5D50-46F1-74CC0A394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1D55A-C287-9EBD-17C9-28F7583A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US" sz="3500"/>
              <a:t>Configuring Git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A07AD-538E-D0FE-359E-DFDE4A55B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10" y="991698"/>
            <a:ext cx="5245370" cy="2495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513506-9B86-C954-9CDC-C63FB2715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31" y="4204010"/>
            <a:ext cx="7398130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59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49678-5640-309A-120A-01DA5DBC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F224DB-A517-CE3B-F0E1-0A07FD5C1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362ED-AAF4-45B7-3383-BDC1346E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US" sz="3500"/>
              <a:t>Configuring Git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FF120-67E1-F466-9D10-9865E435D7D5}"/>
              </a:ext>
            </a:extLst>
          </p:cNvPr>
          <p:cNvSpPr txBox="1"/>
          <p:nvPr/>
        </p:nvSpPr>
        <p:spPr>
          <a:xfrm>
            <a:off x="691376" y="975188"/>
            <a:ext cx="8051180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Configuration Levels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There are three levels of configuration: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System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(all users): </a:t>
            </a:r>
            <a:r>
              <a:rPr lang="en-US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en-US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config --system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Global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(current user): </a:t>
            </a:r>
            <a:r>
              <a:rPr lang="en-US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en-US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config --global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Local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(current repo): </a:t>
            </a:r>
            <a:r>
              <a:rPr lang="en-US" b="0" i="0" dirty="0">
                <a:solidFill>
                  <a:srgbClr val="2F9C0A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en-US" b="0" i="0" dirty="0">
                <a:solidFill>
                  <a:srgbClr val="C92C2C"/>
                </a:solidFill>
                <a:effectLst/>
                <a:latin typeface="Consolas" panose="020B0609020204030204" pitchFamily="49" charset="0"/>
              </a:rPr>
              <a:t> config --local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order of precedence is: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Local (current repo)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Global (current user)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System (all users)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reason to use the different levels is that you can set different values for different users or </a:t>
            </a:r>
            <a:r>
              <a:rPr lang="en-US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repositories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This can be used for example to set different default branches for different repositories and users.</a:t>
            </a:r>
          </a:p>
        </p:txBody>
      </p:sp>
    </p:spTree>
    <p:extLst>
      <p:ext uri="{BB962C8B-B14F-4D97-AF65-F5344CB8AC3E}">
        <p14:creationId xmlns:p14="http://schemas.microsoft.com/office/powerpoint/2010/main" val="2761397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E770C-E686-2518-D075-41200CA1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1C6487-176F-BA59-A15C-1EFEAC8C9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52B73-4F6A-4971-8BF9-5A35734F6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anchor="ctr">
            <a:normAutofit/>
          </a:bodyPr>
          <a:lstStyle/>
          <a:p>
            <a:r>
              <a:rPr lang="en-US" sz="3500"/>
              <a:t>Configuring Git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ABDE2-F1C9-43B8-0107-CBC8C88F7371}"/>
              </a:ext>
            </a:extLst>
          </p:cNvPr>
          <p:cNvSpPr txBox="1"/>
          <p:nvPr/>
        </p:nvSpPr>
        <p:spPr>
          <a:xfrm>
            <a:off x="691376" y="975188"/>
            <a:ext cx="805118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Configuration Levels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Local = This project only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Global = Me (all my projects)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System = Everyone on this computer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70664-CB68-9919-F73F-CEC05CEED4AF}"/>
              </a:ext>
            </a:extLst>
          </p:cNvPr>
          <p:cNvSpPr txBox="1"/>
          <p:nvPr/>
        </p:nvSpPr>
        <p:spPr>
          <a:xfrm>
            <a:off x="267629" y="2609266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System Level (All Users on the Computer)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50171-6CE5-4378-AB0E-2CBA7F5BF046}"/>
              </a:ext>
            </a:extLst>
          </p:cNvPr>
          <p:cNvSpPr txBox="1"/>
          <p:nvPr/>
        </p:nvSpPr>
        <p:spPr>
          <a:xfrm>
            <a:off x="215590" y="2894599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config --system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CDC31-DC98-6019-9DD4-756F59ECD868}"/>
              </a:ext>
            </a:extLst>
          </p:cNvPr>
          <p:cNvSpPr txBox="1"/>
          <p:nvPr/>
        </p:nvSpPr>
        <p:spPr>
          <a:xfrm>
            <a:off x="267629" y="3422078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Global Level (Current User)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BA6483-4E02-0903-FA4F-7A2CF98213E2}"/>
              </a:ext>
            </a:extLst>
          </p:cNvPr>
          <p:cNvSpPr txBox="1"/>
          <p:nvPr/>
        </p:nvSpPr>
        <p:spPr>
          <a:xfrm>
            <a:off x="267629" y="3785163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config --global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772F51-4E56-D10F-29C3-3E7DC16E3BEA}"/>
              </a:ext>
            </a:extLst>
          </p:cNvPr>
          <p:cNvSpPr txBox="1"/>
          <p:nvPr/>
        </p:nvSpPr>
        <p:spPr>
          <a:xfrm>
            <a:off x="267629" y="4332914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Local Level (Current Repository Only)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35E088-3642-C08E-A3E0-7242E21888DE}"/>
              </a:ext>
            </a:extLst>
          </p:cNvPr>
          <p:cNvSpPr txBox="1"/>
          <p:nvPr/>
        </p:nvSpPr>
        <p:spPr>
          <a:xfrm>
            <a:off x="215590" y="4849168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config --local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4508AB-2A65-A286-F436-BDFCDC9FE7B2}"/>
              </a:ext>
            </a:extLst>
          </p:cNvPr>
          <p:cNvSpPr txBox="1"/>
          <p:nvPr/>
        </p:nvSpPr>
        <p:spPr>
          <a:xfrm>
            <a:off x="330819" y="5492027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config --local</a:t>
            </a:r>
          </a:p>
        </p:txBody>
      </p:sp>
    </p:spTree>
    <p:extLst>
      <p:ext uri="{BB962C8B-B14F-4D97-AF65-F5344CB8AC3E}">
        <p14:creationId xmlns:p14="http://schemas.microsoft.com/office/powerpoint/2010/main" val="2761561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Creating a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or navigate to project folder</a:t>
            </a:r>
          </a:p>
          <a:p>
            <a:pPr lvl="1"/>
            <a:r>
              <a:t>Run git init</a:t>
            </a:r>
          </a:p>
          <a:p>
            <a:pPr lvl="1"/>
            <a:r>
              <a:t>Creates hidden .git directory</a:t>
            </a:r>
          </a:p>
          <a:p>
            <a:pPr lvl="1"/>
            <a:r>
              <a:t>Repository is now tracked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F3540-6192-92FC-1F99-93F06A09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C8AA6-17AB-60D4-6F2F-0D58CA692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86ECC0-FF98-5F7A-7DBE-C78BFC63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2389920"/>
            <a:ext cx="8178799" cy="29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39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E1DB2-048E-8C92-ACD2-198E4E5E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D47F9-D03D-D8DD-F23D-9010EFD69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E8B42-7C94-D2DA-174A-C6851574C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79" y="1675227"/>
            <a:ext cx="714504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95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C5001-BB82-3EF4-5D01-87D39FDA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DC90548-7D71-6994-6B42-B7445B5B3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3F1F5-465D-EC79-913C-5FD5BDE7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48328-FCB9-C496-F1FB-81F93EB52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79" y="1675227"/>
            <a:ext cx="714504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79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FE1B5-036E-2394-910C-29E9BC767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BE988-A132-51A6-890A-D880918F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57DD0-708F-54EA-A977-E66D9BAD2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909415"/>
            <a:ext cx="8178799" cy="392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85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0EE4C-6B94-4035-29A7-D35E4AD0E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76475-BDF8-395D-01EC-3FAAC058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CAA0E-B9F5-8674-92B0-36850A2F0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50" y="1675227"/>
            <a:ext cx="670869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91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09955-7FC4-F215-A77E-9AE58564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20277-8A67-272E-A223-6C5036927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5D34A-47C8-343B-C03D-5D857B13B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56" y="1675227"/>
            <a:ext cx="764208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44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EED99-C030-D41C-2E34-A1C5A746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9F16FFE-7CC8-D7F4-F68F-02BF7D2B2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0849E-D17F-51B6-4C56-4AC698FF8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BBC5A-D5A1-429F-DFAD-6AD95783E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93" y="1367124"/>
            <a:ext cx="8148207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19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93716-9926-5C6B-D586-AC5DB756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2E27054-B364-154B-FAF1-70426701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9A607-8D7A-A110-169F-834F1EE5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21EBB-4F9E-3223-7DB8-8A320D12B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41" y="1512956"/>
            <a:ext cx="7122069" cy="4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37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6A071-DD60-E4C8-DCD5-510EA6CD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F9555A2-1014-A2B5-0EE8-08C9F3782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DE65C-EA1B-0843-434B-C0AA25695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a Repository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A6B9A-913D-DB55-E7DA-6DBBD2D6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1" y="1538100"/>
            <a:ext cx="6178868" cy="2800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764168-E5BC-098D-9196-C30350DEF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99" y="4293220"/>
            <a:ext cx="6534486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98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AD9B7-2589-0D46-2859-810F4FDF1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510F857-42DF-48F0-CC45-7BA0C4ACC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258B07-D22A-19CF-08F5-E6A0B5C7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Adding files to  a Repository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D0759-4810-84AA-0F0A-520C2AA45100}"/>
              </a:ext>
            </a:extLst>
          </p:cNvPr>
          <p:cNvSpPr txBox="1"/>
          <p:nvPr/>
        </p:nvSpPr>
        <p:spPr>
          <a:xfrm>
            <a:off x="843775" y="1510319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Add the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21CF61-65D3-525F-784E-047DFFFF85FA}"/>
              </a:ext>
            </a:extLst>
          </p:cNvPr>
          <p:cNvSpPr txBox="1"/>
          <p:nvPr/>
        </p:nvSpPr>
        <p:spPr>
          <a:xfrm>
            <a:off x="1022195" y="2246299"/>
            <a:ext cx="6129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git add  sample.csv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0B54DA-21B0-D1EF-E000-8AC994AB2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0" y="2758761"/>
            <a:ext cx="7791850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6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A7712-9FC7-1EDE-2BDA-6DFB9842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4ACD057-679B-55F5-2F6C-1E2B3A266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BA88B-305B-B46D-CE43-04C680CF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Adding files to  a Repository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2B616-EDC0-4E83-74E6-02BAA9B951AC}"/>
              </a:ext>
            </a:extLst>
          </p:cNvPr>
          <p:cNvSpPr txBox="1"/>
          <p:nvPr/>
        </p:nvSpPr>
        <p:spPr>
          <a:xfrm>
            <a:off x="843775" y="1510319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Add the 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E6205-BA3A-40EB-1FA0-3A4D73D56013}"/>
              </a:ext>
            </a:extLst>
          </p:cNvPr>
          <p:cNvSpPr txBox="1"/>
          <p:nvPr/>
        </p:nvSpPr>
        <p:spPr>
          <a:xfrm>
            <a:off x="1022195" y="2246299"/>
            <a:ext cx="6129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git add  sample.csv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89D6BD-2064-C1F2-5930-DE38BAB9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0" y="2758761"/>
            <a:ext cx="7791850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8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BB940-F9BF-C86A-4B44-9B26D41C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4164474-DF39-107B-2BB3-8EB4E4662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258A9-F4BE-A16B-A27E-FAC08594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Adding files to  a Repository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F433E-1B0D-8E8C-D484-2B3F2150A366}"/>
              </a:ext>
            </a:extLst>
          </p:cNvPr>
          <p:cNvSpPr txBox="1"/>
          <p:nvPr/>
        </p:nvSpPr>
        <p:spPr>
          <a:xfrm>
            <a:off x="806603" y="1520374"/>
            <a:ext cx="62707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Commit the File</a:t>
            </a:r>
          </a:p>
          <a:p>
            <a:pPr>
              <a:buNone/>
            </a:pPr>
            <a:r>
              <a:rPr lang="en-US" dirty="0"/>
              <a:t>Now save it permanently: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C3800F-32C4-91C3-8AD5-CBCDD96B906C}"/>
              </a:ext>
            </a:extLst>
          </p:cNvPr>
          <p:cNvSpPr txBox="1"/>
          <p:nvPr/>
        </p:nvSpPr>
        <p:spPr>
          <a:xfrm>
            <a:off x="3941954" y="1512967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git commit -m "Initial commit"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14146B-ECBC-77A7-3E2D-4D72B1B1B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194" y="2366678"/>
            <a:ext cx="7898782" cy="41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27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294BA-6559-A169-A1B9-A5340329F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90CB968-C50A-4307-7136-F895C5D7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58EF7-BAEA-820C-24D7-674F1231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Adding files to  a Repository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E07DD-383D-A880-69A9-CEC7E8F4844A}"/>
              </a:ext>
            </a:extLst>
          </p:cNvPr>
          <p:cNvSpPr txBox="1"/>
          <p:nvPr/>
        </p:nvSpPr>
        <p:spPr>
          <a:xfrm>
            <a:off x="806603" y="1520374"/>
            <a:ext cx="62707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Commit the File</a:t>
            </a:r>
          </a:p>
          <a:p>
            <a:pPr>
              <a:buNone/>
            </a:pPr>
            <a:r>
              <a:rPr lang="en-US" dirty="0"/>
              <a:t>Now save it permanently: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28799-E78C-EED9-2701-4CF989D5AB88}"/>
              </a:ext>
            </a:extLst>
          </p:cNvPr>
          <p:cNvSpPr txBox="1"/>
          <p:nvPr/>
        </p:nvSpPr>
        <p:spPr>
          <a:xfrm>
            <a:off x="3941954" y="1512967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git commit -m "Initial commit"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3ECF429-B34F-04D4-6291-6F75F5AD5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2" y="2321004"/>
            <a:ext cx="735980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folder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 init</a:t>
            </a:r>
            <a:endParaRPr kumimoji="0" lang="en-US" altLang="en-US" sz="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 add</a:t>
            </a:r>
            <a:endParaRPr kumimoji="0" lang="en-US" altLang="en-US" sz="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git commit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2583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0FF7F-C455-F1E5-456D-9B0B5204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603CD23-DBEE-90F7-806E-504FE0A5F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827BF-96CC-939F-BBA6-5A2AF445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4679C-ED8D-BA2B-ABA4-7F509BFC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3" y="2031973"/>
            <a:ext cx="8045863" cy="40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804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1E877-7864-8E7B-4588-D6416A51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736088A-0B74-ED29-63D1-4D693545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65BFD-B170-E2C4-0DDA-6F8AD0A3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DEF60-FC9A-C264-42E8-A8045D303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687401"/>
              </p:ext>
            </p:extLst>
          </p:nvPr>
        </p:nvGraphicFramePr>
        <p:xfrm>
          <a:off x="360556" y="2825374"/>
          <a:ext cx="8229600" cy="3657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19599506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528867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Commit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git log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24936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626ED6-ED20-A3F4-4B6D-8789E93A5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38343"/>
              </p:ext>
            </p:extLst>
          </p:nvPr>
        </p:nvGraphicFramePr>
        <p:xfrm>
          <a:off x="263913" y="2230642"/>
          <a:ext cx="8229600" cy="3657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04437260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63816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Short commit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git log --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oneline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53169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BA19BA4-A6AD-C3B0-FA59-427B5EB74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62" y="3666867"/>
            <a:ext cx="7754851" cy="177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24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28479-8E9E-F24E-7A89-CB5C2491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69184E5-401F-BFAF-F03F-82A2E8B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02F1A-D335-D789-4C06-B1AFD232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E3C18-DB70-95E9-1156-E91DCC7F60AF}"/>
              </a:ext>
            </a:extLst>
          </p:cNvPr>
          <p:cNvSpPr txBox="1"/>
          <p:nvPr/>
        </p:nvSpPr>
        <p:spPr>
          <a:xfrm>
            <a:off x="769434" y="2023275"/>
            <a:ext cx="45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diff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FC4FB5-7517-6A1A-BE4B-D3C2190E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950" y="2504736"/>
            <a:ext cx="6578938" cy="415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87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5D638-D929-813B-FE65-1F0FE982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58FCD3C-2697-1FB8-95B9-35866EDBB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28F03-148B-3DBD-4C5C-48C499CF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32EA13-53AE-1437-8D99-BD87D0C7D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73" y="1612022"/>
            <a:ext cx="7144753" cy="422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48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A3DAB-3D66-2342-4FEC-F8E086C6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4573713-CA4A-E84C-E4C4-409472924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1981B-266A-3882-6B80-D642E598A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C07A0B-BCC4-B2C3-1F44-6FB820202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73" y="1612022"/>
            <a:ext cx="7144753" cy="422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07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A3B70-AF98-3F35-911E-24E4023A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EC5FFEE-BD17-2E7B-3D00-3C7F2A3B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557E8-F2FF-FE40-BF7C-79645205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0421F-B81D-24F7-C137-2491CBB45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06" y="1647352"/>
            <a:ext cx="6039160" cy="3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446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0FC4B-B036-8927-51DF-11BD3205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E009734-EAB1-3BB4-994F-9120E6751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CD06F-B46B-3407-362B-E0A79FCE9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5A6BA-E99B-AF94-860A-47680DD97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73" y="1409574"/>
            <a:ext cx="7448011" cy="553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30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C1F45-16FF-AD02-898D-4A6CC248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48206B7-300F-E3AB-8E17-CB1CF4669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17F6A-4E52-D33D-DDE9-B4D6C184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15A36-2A50-F0F0-EAE8-F46119B9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393" y="5048208"/>
            <a:ext cx="5029458" cy="1638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0F8BED-2F84-9A4E-78ED-2AA6FBC51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338" y="1517033"/>
            <a:ext cx="5562886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69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1DFC8-D372-909B-BE79-A774CD0C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17D8D49-927B-CFE7-8117-50B5A1138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5FA74-61A5-D22A-363A-2CEF9BD4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2BC47-C9C9-8B42-FF4D-D2CFEA30E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17" y="1644131"/>
            <a:ext cx="6343976" cy="2082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36405-AE69-9A42-BE71-A4B2B2802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7" y="4121031"/>
            <a:ext cx="4953255" cy="161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167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3B1A2-26D3-9877-4212-8CFE64D0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2B0F7E3-6092-43D6-4A6B-60D2688BE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9EE1F-1BAD-7D67-4F36-009E95A8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Checking the  status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C7474-A195-CE49-E296-D1DF3439CA17}"/>
              </a:ext>
            </a:extLst>
          </p:cNvPr>
          <p:cNvSpPr txBox="1"/>
          <p:nvPr/>
        </p:nvSpPr>
        <p:spPr>
          <a:xfrm>
            <a:off x="330819" y="1734158"/>
            <a:ext cx="8664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Git</a:t>
            </a:r>
            <a:r>
              <a:rPr lang="en-US" dirty="0"/>
              <a:t>, the </a:t>
            </a:r>
            <a:r>
              <a:rPr lang="en-US" dirty="0">
                <a:latin typeface="Courier New" panose="02070309020205020404" pitchFamily="49" charset="0"/>
              </a:rPr>
              <a:t>-m</a:t>
            </a:r>
            <a:r>
              <a:rPr lang="en-US" dirty="0"/>
              <a:t> option is commonly used with commands like </a:t>
            </a:r>
            <a:r>
              <a:rPr lang="en-US" dirty="0">
                <a:latin typeface="Courier New" panose="02070309020205020404" pitchFamily="49" charset="0"/>
              </a:rPr>
              <a:t>git commit</a:t>
            </a:r>
            <a:r>
              <a:rPr lang="en-US" dirty="0"/>
              <a:t> to provide a </a:t>
            </a:r>
            <a:r>
              <a:rPr lang="en-US" b="1" dirty="0"/>
              <a:t>message</a:t>
            </a:r>
            <a:r>
              <a:rPr lang="en-US" dirty="0"/>
              <a:t> directly from the command line, instead of opening an editor.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7EAEBA-8BC6-5F30-4C0A-CEF7C911D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19" y="2668104"/>
            <a:ext cx="7653454" cy="261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1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3D383-637E-B0E1-CDFD-CE3111EA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FF4E579-984D-B35B-8EFA-98F5D44FF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F9D48-10E7-0480-66DE-D7757829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resources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ED72D-2076-40DC-09F6-288EA3E9236E}"/>
              </a:ext>
            </a:extLst>
          </p:cNvPr>
          <p:cNvSpPr txBox="1"/>
          <p:nvPr/>
        </p:nvSpPr>
        <p:spPr>
          <a:xfrm>
            <a:off x="613316" y="2026025"/>
            <a:ext cx="7415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https://www.w3schools.com/git/default.asp?remote=github</a:t>
            </a:r>
          </a:p>
        </p:txBody>
      </p:sp>
    </p:spTree>
    <p:extLst>
      <p:ext uri="{BB962C8B-B14F-4D97-AF65-F5344CB8AC3E}">
        <p14:creationId xmlns:p14="http://schemas.microsoft.com/office/powerpoint/2010/main" val="156125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bb8c0a-13a3-4a50-8c81-ac259c1da214}" enabled="1" method="Privileged" siteId="{2f03436d-45af-4de9-86d8-2b058049c32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1566</Words>
  <Application>Microsoft Office PowerPoint</Application>
  <PresentationFormat>On-screen Show (4:3)</PresentationFormat>
  <Paragraphs>171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Arial</vt:lpstr>
      <vt:lpstr>Calibri</vt:lpstr>
      <vt:lpstr>Consolas</vt:lpstr>
      <vt:lpstr>Courier New</vt:lpstr>
      <vt:lpstr>Segoe UI</vt:lpstr>
      <vt:lpstr>Wingdings</vt:lpstr>
      <vt:lpstr>Office Theme</vt:lpstr>
      <vt:lpstr>Initiating Git Repositories</vt:lpstr>
      <vt:lpstr>Introduction to Version Control</vt:lpstr>
      <vt:lpstr>What is Git?</vt:lpstr>
      <vt:lpstr>Installing Git</vt:lpstr>
      <vt:lpstr>Installing Git</vt:lpstr>
      <vt:lpstr>Installing Git</vt:lpstr>
      <vt:lpstr>Installing Git</vt:lpstr>
      <vt:lpstr>Installing Git</vt:lpstr>
      <vt:lpstr>Installing Git</vt:lpstr>
      <vt:lpstr>Installing Git</vt:lpstr>
      <vt:lpstr>Configuring Git</vt:lpstr>
      <vt:lpstr>Configuring Git</vt:lpstr>
      <vt:lpstr>Configuring Git</vt:lpstr>
      <vt:lpstr>Configuring Git</vt:lpstr>
      <vt:lpstr>Configuring Git</vt:lpstr>
      <vt:lpstr>Configuring Git</vt:lpstr>
      <vt:lpstr>Configuring Git</vt:lpstr>
      <vt:lpstr>Configuring Git</vt:lpstr>
      <vt:lpstr>Configuring Git</vt:lpstr>
      <vt:lpstr>Creating a Repository</vt:lpstr>
      <vt:lpstr>Creating a Repository</vt:lpstr>
      <vt:lpstr>Creating a Repository</vt:lpstr>
      <vt:lpstr>Creating a Repository</vt:lpstr>
      <vt:lpstr>Creating a Repository</vt:lpstr>
      <vt:lpstr>Creating a Repository</vt:lpstr>
      <vt:lpstr>Creating a Repository</vt:lpstr>
      <vt:lpstr>Creating a Repository</vt:lpstr>
      <vt:lpstr>Creating a Repository</vt:lpstr>
      <vt:lpstr>Creating a Repository</vt:lpstr>
      <vt:lpstr>Adding files to  a Repository</vt:lpstr>
      <vt:lpstr>Adding files to  a Repository</vt:lpstr>
      <vt:lpstr>Adding files to  a Repository</vt:lpstr>
      <vt:lpstr>Adding files to  a Repository</vt:lpstr>
      <vt:lpstr>Checking the  status</vt:lpstr>
      <vt:lpstr>Checking the  status</vt:lpstr>
      <vt:lpstr>Checking the  status</vt:lpstr>
      <vt:lpstr>Checking the  status</vt:lpstr>
      <vt:lpstr>Checking the  status</vt:lpstr>
      <vt:lpstr>Checking the  status</vt:lpstr>
      <vt:lpstr>Checking the  status</vt:lpstr>
      <vt:lpstr>Checking the  status</vt:lpstr>
      <vt:lpstr>Checking the  status</vt:lpstr>
      <vt:lpstr>Checking the  status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Godwin Ntow Danso</dc:creator>
  <cp:keywords/>
  <dc:description>generated using python-pptx</dc:description>
  <cp:lastModifiedBy>Godwin Ntow Danso</cp:lastModifiedBy>
  <cp:revision>42</cp:revision>
  <dcterms:created xsi:type="dcterms:W3CDTF">2013-01-27T09:14:16Z</dcterms:created>
  <dcterms:modified xsi:type="dcterms:W3CDTF">2026-03-01T16:42:22Z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 - Public</vt:lpwstr>
  </property>
</Properties>
</file>