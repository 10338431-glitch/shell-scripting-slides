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9" r:id="rId4"/>
    <p:sldId id="25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2026-03-12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EB01E-AB0B-EBBA-323D-1D0966380F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461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 - 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ntowdansolg/datascience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version control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hosting platform for Git repositories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8F69-FF2A-6DD6-5333-2495E2C6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8465-DEA2-2886-EBEF-29A37751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F926-7AD7-D4A4-53A3-D2C57D4D8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GitHub is a cloud-based platform where developers store, share, and work together on code.</a:t>
            </a:r>
          </a:p>
          <a:p>
            <a:r>
              <a:rPr lang="en-US" b="1" dirty="0"/>
              <a:t>The Engine:</a:t>
            </a:r>
            <a:r>
              <a:rPr lang="en-US" dirty="0"/>
              <a:t> It is built on </a:t>
            </a:r>
            <a:r>
              <a:rPr lang="en-US" b="1" dirty="0"/>
              <a:t>Git</a:t>
            </a:r>
            <a:r>
              <a:rPr lang="en-US" dirty="0"/>
              <a:t>, a "Version Control System" that tracks every change made to a file.</a:t>
            </a:r>
          </a:p>
          <a:p>
            <a:r>
              <a:rPr lang="en-US" b="1" dirty="0"/>
              <a:t>The Community:</a:t>
            </a:r>
            <a:r>
              <a:rPr lang="en-US" dirty="0"/>
              <a:t> Think of it as "Social Media for Developers."</a:t>
            </a:r>
          </a:p>
          <a:p>
            <a:r>
              <a:rPr lang="en-US" b="1" dirty="0"/>
              <a:t>Why use it?</a:t>
            </a:r>
            <a:r>
              <a:rPr lang="en-US" dirty="0"/>
              <a:t> It prevents you from losing work and lets multiple people edit the same project without overwriting each other.</a:t>
            </a:r>
          </a:p>
        </p:txBody>
      </p:sp>
    </p:spTree>
    <p:extLst>
      <p:ext uri="{BB962C8B-B14F-4D97-AF65-F5344CB8AC3E}">
        <p14:creationId xmlns:p14="http://schemas.microsoft.com/office/powerpoint/2010/main" val="76868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 git-scm.com and verify using git --version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640A-10F7-93AB-A9D9-B87C5265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Git vs. GitHub (The Difference)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8BAC-BE07-95AF-D53A-439F246EE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Don't get them confused!</a:t>
            </a:r>
          </a:p>
          <a:p>
            <a:r>
              <a:rPr lang="en-US" b="1" dirty="0"/>
              <a:t>Git:</a:t>
            </a:r>
            <a:r>
              <a:rPr lang="en-US" dirty="0"/>
              <a:t> The software you install on your computer to track file history locally.</a:t>
            </a:r>
          </a:p>
          <a:p>
            <a:r>
              <a:rPr lang="en-US" b="1" dirty="0"/>
              <a:t>GitHub:</a:t>
            </a:r>
            <a:r>
              <a:rPr lang="en-US" dirty="0"/>
              <a:t> The website where you upload those files to share them with the world or your team.</a:t>
            </a:r>
          </a:p>
          <a:p>
            <a:r>
              <a:rPr lang="en-US" b="1" dirty="0"/>
              <a:t>Analogy:</a:t>
            </a:r>
            <a:r>
              <a:rPr lang="en-US" dirty="0"/>
              <a:t> Git is like the "Save" button in Word; GitHub is like "Google Drive" where you store the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77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7271-943B-060E-9AEC-3BA0E935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3 Stages of Git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E198-F268-FA52-A45B-B2BB9BF78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Before your code reaches GitHub, it goes through three areas on your computer:</a:t>
            </a:r>
          </a:p>
          <a:p>
            <a:r>
              <a:rPr lang="en-US" b="1" dirty="0"/>
              <a:t>Working Directory:</a:t>
            </a:r>
            <a:r>
              <a:rPr lang="en-US" dirty="0"/>
              <a:t> Where you are currently typing code.</a:t>
            </a:r>
          </a:p>
          <a:p>
            <a:r>
              <a:rPr lang="en-US" b="1" dirty="0"/>
              <a:t>Staging Area:</a:t>
            </a:r>
            <a:r>
              <a:rPr lang="en-US" dirty="0"/>
              <a:t> A "waiting room" where you pick which changes are ready to be saved.</a:t>
            </a:r>
          </a:p>
          <a:p>
            <a:r>
              <a:rPr lang="en-US" b="1" dirty="0"/>
              <a:t>Local Repository:</a:t>
            </a:r>
            <a:r>
              <a:rPr lang="en-US" dirty="0"/>
              <a:t> Where the changes are officially saved as a "snapshot" on your machine.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535-5760-377B-67C1-9DD90E4B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Essential Commands (Part 1)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E7855-7AFF-DDFD-58E2-85D5114C3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get your code onto GitHub, you’ll use these three commands in order:</a:t>
            </a:r>
          </a:p>
          <a:p>
            <a:r>
              <a:rPr lang="en-US" dirty="0"/>
              <a:t>git add . : Moves all your changed files to the </a:t>
            </a:r>
            <a:r>
              <a:rPr lang="en-US" b="1" dirty="0"/>
              <a:t>Staging Area</a:t>
            </a:r>
            <a:r>
              <a:rPr lang="en-US" dirty="0"/>
              <a:t>.</a:t>
            </a:r>
          </a:p>
          <a:p>
            <a:r>
              <a:rPr lang="en-US" dirty="0"/>
              <a:t>git commit -m "fixed a bug" : Saves the snapshot to your </a:t>
            </a:r>
            <a:r>
              <a:rPr lang="en-US" b="1" dirty="0"/>
              <a:t>Local Repo</a:t>
            </a:r>
            <a:r>
              <a:rPr lang="en-US" dirty="0"/>
              <a:t>. The -m stands for message—always describe what you did!</a:t>
            </a:r>
          </a:p>
          <a:p>
            <a:r>
              <a:rPr lang="en-US" dirty="0"/>
              <a:t>git push origin main : Uploads your saved changes to </a:t>
            </a:r>
            <a:r>
              <a:rPr lang="en-US" b="1" dirty="0"/>
              <a:t>GitHub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761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A0ED-A4E1-C793-91D9-4CD3ADF3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Branching (Working Safely)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ED0F-C13A-3C4B-C303-0E306E38B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Imagine you want to try a risky new feature. You don’t want to break the "Main" version of your app.</a:t>
            </a:r>
          </a:p>
          <a:p>
            <a:r>
              <a:rPr lang="en-US" b="1" dirty="0"/>
              <a:t>Branches</a:t>
            </a:r>
            <a:r>
              <a:rPr lang="en-US" dirty="0"/>
              <a:t> are copies of the project where you can experiment.</a:t>
            </a:r>
          </a:p>
          <a:p>
            <a:r>
              <a:rPr lang="en-US" dirty="0"/>
              <a:t>git checkout -b new-feature : Creates and switches to a new branch.</a:t>
            </a:r>
          </a:p>
          <a:p>
            <a:r>
              <a:rPr lang="en-US" dirty="0"/>
              <a:t>Once the feature works, you "merge" it back into the Main branch.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72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919D-46AC-1222-2FE0-A0AA3C60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Pull Requests (The Heart of Collaboration)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7C06-9F05-E30D-BADB-F4A16CD9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Pull Request (PR)</a:t>
            </a:r>
            <a:r>
              <a:rPr lang="en-US" dirty="0"/>
              <a:t> is how you tell others, "I’ve finished my changes; please review them and add them to the main project."</a:t>
            </a:r>
          </a:p>
          <a:p>
            <a:r>
              <a:rPr lang="en-US" dirty="0"/>
              <a:t>It allows teammates to comment on specific lines of code.</a:t>
            </a:r>
          </a:p>
          <a:p>
            <a:r>
              <a:rPr lang="en-US" dirty="0"/>
              <a:t>It acts as a gatekeeper to ensure only high-quality code gets merged.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9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0FE0-E8A4-0E18-E155-01987926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Cloning and Pulling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CB5C1-A836-D5C9-873D-1C40B547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09EB5-1CA6-AEE7-AE62-DCCF72EA47AB}"/>
              </a:ext>
            </a:extLst>
          </p:cNvPr>
          <p:cNvSpPr txBox="1"/>
          <p:nvPr/>
        </p:nvSpPr>
        <p:spPr>
          <a:xfrm>
            <a:off x="2262986" y="1999373"/>
            <a:ext cx="45873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How do you get code </a:t>
            </a:r>
            <a:r>
              <a:rPr lang="en-US" i="1" dirty="0"/>
              <a:t>from</a:t>
            </a:r>
            <a:r>
              <a:rPr lang="en-US" dirty="0"/>
              <a:t> GitHub to your computer?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git clone [URL]</a:t>
            </a:r>
            <a:r>
              <a:rPr lang="en-US" dirty="0"/>
              <a:t>: Downloads a full copy of a repository to your computer for the first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git pull</a:t>
            </a:r>
            <a:r>
              <a:rPr lang="en-US" dirty="0"/>
              <a:t>: Updates your local files with the latest changes made by others on GitHub.</a:t>
            </a:r>
          </a:p>
          <a:p>
            <a:pPr>
              <a:buNone/>
            </a:pPr>
            <a:r>
              <a:rPr lang="en-US" b="1" dirty="0"/>
              <a:t>Pro Tip:</a:t>
            </a:r>
            <a:r>
              <a:rPr lang="en-US" dirty="0"/>
              <a:t> Always </a:t>
            </a:r>
            <a:r>
              <a:rPr lang="en-US" dirty="0">
                <a:latin typeface="Courier New" panose="02070309020205020404" pitchFamily="49" charset="0"/>
              </a:rPr>
              <a:t>git pull</a:t>
            </a:r>
            <a:r>
              <a:rPr lang="en-US" dirty="0"/>
              <a:t> before you start working to avoid "Merge Conflicts."</a:t>
            </a:r>
          </a:p>
        </p:txBody>
      </p:sp>
    </p:spTree>
    <p:extLst>
      <p:ext uri="{BB962C8B-B14F-4D97-AF65-F5344CB8AC3E}">
        <p14:creationId xmlns:p14="http://schemas.microsoft.com/office/powerpoint/2010/main" val="20033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4C97-75AB-8DD3-0096-1132B21E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Your GitHub Profile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5C62C-8924-3203-1054-FF66F2495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profile is your digital resume.</a:t>
            </a:r>
          </a:p>
          <a:p>
            <a:r>
              <a:rPr lang="en-US" b="1" dirty="0"/>
              <a:t>The "Green Squares":</a:t>
            </a:r>
            <a:r>
              <a:rPr lang="en-US" dirty="0"/>
              <a:t> The contribution graph shows how often you code.</a:t>
            </a:r>
          </a:p>
          <a:p>
            <a:r>
              <a:rPr lang="en-US" b="1" dirty="0"/>
              <a:t>README Profile:</a:t>
            </a:r>
            <a:r>
              <a:rPr lang="en-US" dirty="0"/>
              <a:t> You can create a special repository with your username to display a "Bio" on your front page.</a:t>
            </a:r>
          </a:p>
          <a:p>
            <a:r>
              <a:rPr lang="en-US" b="1" dirty="0"/>
              <a:t>Starring:</a:t>
            </a:r>
            <a:r>
              <a:rPr lang="en-US" dirty="0"/>
              <a:t> "Star" other people's projects to save them for later—it's like "Liking" a post.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36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8307-1CC0-C6BB-F409-78F7D049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C626-265A-1746-F145-BF353DD2B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push a specific file to an existing GitHub repository, you will need to use your computer's Terminal (Mac/Linux) or Command Prompt/Git Bash (Windows).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8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A6FB-CC4D-24CE-E529-5D87E389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Prepare Your Project Folder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CC775-E531-7944-031F-8B2C28A5C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running commands, ensure your file is in the right place.</a:t>
            </a:r>
          </a:p>
          <a:p>
            <a:r>
              <a:rPr lang="en-US" dirty="0"/>
              <a:t>Locate the folder on your computer where you want your project to live.</a:t>
            </a:r>
          </a:p>
          <a:p>
            <a:r>
              <a:rPr lang="en-US" dirty="0"/>
              <a:t>Move the sample.csv file into that folder.</a:t>
            </a:r>
          </a:p>
          <a:p>
            <a:r>
              <a:rPr lang="en-US" dirty="0"/>
              <a:t>Open your Terminal or Git Bash and "change directory" into that folder: cd path/to/your/folder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5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091A-624E-D3C4-1739-B59635E8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Initialize Git Locally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F990-8CF1-A0C6-ED6E-D6F18EF5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to tell your computer to start tracking this folder.</a:t>
            </a:r>
          </a:p>
          <a:p>
            <a:r>
              <a:rPr lang="en-US" dirty="0"/>
              <a:t>Run the command: 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This creates a hidden .git folder that stores your version history.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24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4084-4768-E9A6-D93C-B25488FE6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Connect to the Remote Repository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6FF0D-86E1-C57D-DC65-E22F8F810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Now, link your local folder to the URL you provided.</a:t>
            </a:r>
          </a:p>
          <a:p>
            <a:r>
              <a:rPr lang="en-US" dirty="0"/>
              <a:t>Run this command to set the "origin" (the remote destination): </a:t>
            </a:r>
          </a:p>
          <a:p>
            <a:r>
              <a:rPr lang="en-US" b="1" dirty="0"/>
              <a:t>git remote add origin https://github.com/gntowdansolg/datascience1.git</a:t>
            </a:r>
          </a:p>
          <a:p>
            <a:r>
              <a:rPr lang="en-US" b="1" dirty="0"/>
              <a:t>Verify it:</a:t>
            </a:r>
            <a:r>
              <a:rPr lang="en-US" dirty="0"/>
              <a:t> Type git remote -v to make sure the URL is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73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A4CC-1C00-1AE5-30C7-65D8B142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Staging Area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3B36C-E0D3-CB43-E845-17E22AA65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don't want to push everything in your folder, just the specific file.</a:t>
            </a:r>
          </a:p>
          <a:p>
            <a:r>
              <a:rPr lang="en-US" dirty="0"/>
              <a:t>Run the command:</a:t>
            </a:r>
          </a:p>
          <a:p>
            <a:r>
              <a:rPr lang="en-US" dirty="0"/>
              <a:t> </a:t>
            </a:r>
            <a:r>
              <a:rPr lang="en-US" b="1" dirty="0"/>
              <a:t>git add sample.csv</a:t>
            </a:r>
          </a:p>
          <a:p>
            <a:r>
              <a:rPr lang="en-US" dirty="0"/>
              <a:t>This moves sample.csv into the "Staging Area," preparing it for the snapshot.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2A8B-AC82-97A5-B198-14E9268F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Create the Commit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8F2B-6FAD-13CA-C083-25C6832A1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"save" the snapshot of that file with a descriptive note.</a:t>
            </a:r>
          </a:p>
          <a:p>
            <a:r>
              <a:rPr lang="en-US" dirty="0"/>
              <a:t>Run the command: </a:t>
            </a:r>
          </a:p>
          <a:p>
            <a:r>
              <a:rPr lang="en-US" b="1" dirty="0"/>
              <a:t>git commit -m "Add sample data file for data science project"</a:t>
            </a:r>
          </a:p>
          <a:p>
            <a:r>
              <a:rPr lang="en-US" dirty="0"/>
              <a:t>The message inside the quotes helps you and your teammates know what changed.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20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897D-709B-A980-1FDC-354D82BC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Set the Main Branch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ECD8D-363A-A788-A044-445853F39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GitHub repositories use main as the default branch name. Older ones might use master.</a:t>
            </a:r>
          </a:p>
          <a:p>
            <a:r>
              <a:rPr lang="en-US" dirty="0"/>
              <a:t>To ensure you are on the right branch, run:</a:t>
            </a:r>
          </a:p>
          <a:p>
            <a:r>
              <a:rPr lang="en-US" b="1" dirty="0"/>
              <a:t> git branch -M main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36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01AA-ABD5-543F-9BD7-4BCA27A5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Push (The Final 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5F7FD-4464-F75D-7125-11E7DB3B4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moment your file travels from your computer to the internet.</a:t>
            </a:r>
          </a:p>
          <a:p>
            <a:r>
              <a:rPr lang="en-US" dirty="0"/>
              <a:t>Run the command: </a:t>
            </a:r>
          </a:p>
          <a:p>
            <a:r>
              <a:rPr lang="en-US" b="1" dirty="0"/>
              <a:t>git push -u origin main</a:t>
            </a:r>
          </a:p>
          <a:p>
            <a:r>
              <a:rPr lang="en-US" b="1" dirty="0"/>
              <a:t>Note:</a:t>
            </a:r>
            <a:r>
              <a:rPr lang="en-US" dirty="0"/>
              <a:t> The -u flag remembers your preferences for next time, so you can just type git push in the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2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2389-666C-2B7A-B9AA-8B59E177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Authentication (The "Pop-up")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2DFFD-74EA-3275-FC1D-9B8AC411A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you run the push command, a window may appear.</a:t>
            </a:r>
          </a:p>
          <a:p>
            <a:r>
              <a:rPr lang="en-US" b="1" dirty="0"/>
              <a:t>GitHub Desktop/Browser Login:</a:t>
            </a:r>
            <a:r>
              <a:rPr lang="en-US" dirty="0"/>
              <a:t> Most modern systems will open a browser window asking you to "Authorize" Git.</a:t>
            </a:r>
          </a:p>
          <a:p>
            <a:r>
              <a:rPr lang="en-US" b="1" dirty="0"/>
              <a:t>Personal Access Token (PAT):</a:t>
            </a:r>
            <a:r>
              <a:rPr lang="en-US" dirty="0"/>
              <a:t> If it asks for a password in the terminal, GitHub no longer accepts your account password. You must generate a "Token" in your GitHub Settings.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27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D0E6-39CB-0143-ECDD-B4DB7D16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Verify on GitHub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5E4C-65A1-020C-CDC2-EC8FF5E56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the link: </a:t>
            </a:r>
            <a:r>
              <a:rPr lang="en-US" dirty="0">
                <a:hlinkClick r:id="rId2"/>
              </a:rPr>
              <a:t>https://github.com/gntowdansolg/datascience1</a:t>
            </a:r>
            <a:endParaRPr lang="en-US" dirty="0"/>
          </a:p>
          <a:p>
            <a:r>
              <a:rPr lang="en-US" dirty="0"/>
              <a:t>Refresh the page.</a:t>
            </a:r>
          </a:p>
          <a:p>
            <a:r>
              <a:rPr lang="en-US" dirty="0"/>
              <a:t>You should see </a:t>
            </a:r>
            <a:r>
              <a:rPr lang="en-US" dirty="0" err="1"/>
              <a:t>sample.c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2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dbb8c0a-13a3-4a50-8c81-ac259c1da214}" enabled="1" method="Privileged" siteId="{2f03436d-45af-4de9-86d8-2b058049c32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1096</Words>
  <Application>Microsoft Office PowerPoint</Application>
  <PresentationFormat>On-screen Show (4:3)</PresentationFormat>
  <Paragraphs>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Courier New</vt:lpstr>
      <vt:lpstr>Office Theme</vt:lpstr>
      <vt:lpstr>What is Git?</vt:lpstr>
      <vt:lpstr>What is GitHub?</vt:lpstr>
      <vt:lpstr>What is GitHub?</vt:lpstr>
      <vt:lpstr>Install Git</vt:lpstr>
      <vt:lpstr>Git vs. GitHub (The Difference) </vt:lpstr>
      <vt:lpstr>The 3 Stages of Git </vt:lpstr>
      <vt:lpstr>Essential Commands (Part 1) </vt:lpstr>
      <vt:lpstr>Branching (Working Safely) </vt:lpstr>
      <vt:lpstr>Pull Requests (The Heart of Collaboration)</vt:lpstr>
      <vt:lpstr>Cloning and Pulling </vt:lpstr>
      <vt:lpstr>Your GitHub Profile </vt:lpstr>
      <vt:lpstr>PowerPoint Presentation</vt:lpstr>
      <vt:lpstr>Prepare Your Project Folder </vt:lpstr>
      <vt:lpstr>Initialize Git Locally </vt:lpstr>
      <vt:lpstr>Connect to the Remote Repository </vt:lpstr>
      <vt:lpstr>The Staging Area </vt:lpstr>
      <vt:lpstr>Create the Commit </vt:lpstr>
      <vt:lpstr>Set the Main Branch </vt:lpstr>
      <vt:lpstr>The Push (The Final Step) </vt:lpstr>
      <vt:lpstr>Authentication (The "Pop-up") </vt:lpstr>
      <vt:lpstr>Verify on GitHub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Godwin Ntow Danso</dc:creator>
  <cp:keywords/>
  <dc:description>generated using python-pptx</dc:description>
  <cp:lastModifiedBy>Godwin Ntow Danso</cp:lastModifiedBy>
  <cp:revision>8</cp:revision>
  <dcterms:created xsi:type="dcterms:W3CDTF">2013-01-27T09:14:16Z</dcterms:created>
  <dcterms:modified xsi:type="dcterms:W3CDTF">2026-03-12T08:41:39Z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 - Public</vt:lpwstr>
  </property>
</Properties>
</file>